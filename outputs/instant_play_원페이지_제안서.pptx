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56fc0bbb474f62" /><Relationship Type="http://schemas.openxmlformats.org/officeDocument/2006/relationships/extended-properties" Target="/docProps/app.xml" Id="R8418e90386874e99" /><Relationship Type="http://schemas.openxmlformats.org/officeDocument/2006/relationships/officeDocument" Target="/ppt/presentation.xml" Id="Rc6e0a19ac87b4c6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656319152ca4922"/>
  </p:sldMasterIdLst>
  <p:notesMasterIdLst>
    <p:notesMasterId xmlns:r="http://schemas.openxmlformats.org/officeDocument/2006/relationships" r:id="R500ac8b440404db4"/>
  </p:notesMasterIdLst>
  <p:sldIdLst>
    <p:sldId xmlns:r="http://schemas.openxmlformats.org/officeDocument/2006/relationships" id="256" r:id="R750c42da3c69451c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5895d9ce7e124c47"/>
      <p:bold xmlns:r="http://schemas.openxmlformats.org/officeDocument/2006/relationships" r:id="Rbf00bab62eb34733"/>
      <p:italic xmlns:r="http://schemas.openxmlformats.org/officeDocument/2006/relationships" r:id="R1d89096ba5024e0f"/>
      <p:boldItalic xmlns:r="http://schemas.openxmlformats.org/officeDocument/2006/relationships" r:id="R35c955d806f9430e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43a664b84a404a" /><Relationship Type="http://schemas.openxmlformats.org/officeDocument/2006/relationships/slideMaster" Target="/ppt/slideMasters/slideMaster1.xml" Id="R6656319152ca4922" /><Relationship Type="http://schemas.openxmlformats.org/officeDocument/2006/relationships/notesMaster" Target="/ppt/notesMasters/notesMaster1.xml" Id="R500ac8b440404db4" /><Relationship Type="http://schemas.openxmlformats.org/officeDocument/2006/relationships/presProps" Target="/ppt/presProps.xml" Id="R7542e5329bb44e31" /><Relationship Type="http://schemas.openxmlformats.org/officeDocument/2006/relationships/viewProps" Target="/ppt/viewProps.xml" Id="R0faf3dec63cd42b3" /><Relationship Type="http://schemas.openxmlformats.org/officeDocument/2006/relationships/tableStyles" Target="/ppt/tableStyles.xml" Id="Rd70fb8185259473f" /><Relationship Type="http://schemas.openxmlformats.org/officeDocument/2006/relationships/font" Target="/ppt/fonts/font.dat" Id="R5895d9ce7e124c47" /><Relationship Type="http://schemas.openxmlformats.org/officeDocument/2006/relationships/font" Target="/ppt/fonts/font2.dat" Id="Rbf00bab62eb34733" /><Relationship Type="http://schemas.openxmlformats.org/officeDocument/2006/relationships/font" Target="/ppt/fonts/font3.dat" Id="R1d89096ba5024e0f" /><Relationship Type="http://schemas.openxmlformats.org/officeDocument/2006/relationships/font" Target="/ppt/fonts/font4.dat" Id="R35c955d806f9430e" /><Relationship Type="http://schemas.openxmlformats.org/officeDocument/2006/relationships/slide" Target="/ppt/slides/slide1.xml" Id="R750c42da3c6945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44b5a49bb447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1e2574c1bb420b" /><Relationship Type="http://schemas.openxmlformats.org/officeDocument/2006/relationships/notesMaster" Target="/ppt/notesMasters/notesMaster1.xml" Id="Rcbbb4b469cf84e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이 아이디어가 푸는 핵심 사업 문제는 자체 콘텐츠가 닿지 못하는 공백입니다. 콘텐츠 폭이 줄면 추천과 수익화도 동시에 약해집니다.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66c1be86c46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1dd7c107241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45ef5f19748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77492fbe0403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3c9fe767f47f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668a250e54c2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7d2b6c92948d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7a4d14e2c489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cb354578fc4af6" /><Relationship Type="http://schemas.openxmlformats.org/officeDocument/2006/relationships/slideLayout" Target="/ppt/slideLayouts/slideLayout1.xml" Id="R138f7570a8254d49" /><Relationship Type="http://schemas.openxmlformats.org/officeDocument/2006/relationships/slideLayout" Target="/ppt/slideLayouts/slideLayout2.xml" Id="Rb4ca98dcd92142eb" /><Relationship Type="http://schemas.openxmlformats.org/officeDocument/2006/relationships/slideLayout" Target="/ppt/slideLayouts/slideLayout3.xml" Id="R22d409fa74d54058" /><Relationship Type="http://schemas.openxmlformats.org/officeDocument/2006/relationships/slideLayout" Target="/ppt/slideLayouts/slideLayout4.xml" Id="Rb0d76e83832d4576" /><Relationship Type="http://schemas.openxmlformats.org/officeDocument/2006/relationships/slideLayout" Target="/ppt/slideLayouts/slideLayout5.xml" Id="R72ccaaeadf704165" /><Relationship Type="http://schemas.openxmlformats.org/officeDocument/2006/relationships/slideLayout" Target="/ppt/slideLayouts/slideLayout6.xml" Id="R0216296688a540c7" /><Relationship Type="http://schemas.openxmlformats.org/officeDocument/2006/relationships/slideLayout" Target="/ppt/slideLayouts/slideLayout7.xml" Id="R721677ab484f4704" /><Relationship Type="http://schemas.openxmlformats.org/officeDocument/2006/relationships/slideLayout" Target="/ppt/slideLayouts/slideLayout8.xml" Id="R9a21715019d8438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8f7570a8254d49"/>
    <p:sldLayoutId xmlns:r="http://schemas.openxmlformats.org/officeDocument/2006/relationships" id="2147483650" r:id="Rb4ca98dcd92142eb"/>
    <p:sldLayoutId xmlns:r="http://schemas.openxmlformats.org/officeDocument/2006/relationships" id="2147483651" r:id="R22d409fa74d54058"/>
    <p:sldLayoutId xmlns:r="http://schemas.openxmlformats.org/officeDocument/2006/relationships" id="2147483652" r:id="Rb0d76e83832d4576"/>
    <p:sldLayoutId xmlns:r="http://schemas.openxmlformats.org/officeDocument/2006/relationships" id="2147483653" r:id="R72ccaaeadf704165"/>
    <p:sldLayoutId xmlns:r="http://schemas.openxmlformats.org/officeDocument/2006/relationships" id="2147483654" r:id="R0216296688a540c7"/>
    <p:sldLayoutId xmlns:r="http://schemas.openxmlformats.org/officeDocument/2006/relationships" id="2147483655" r:id="R721677ab484f4704"/>
    <p:sldLayoutId xmlns:r="http://schemas.openxmlformats.org/officeDocument/2006/relationships" id="2147483656" r:id="R9a21715019d8438b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d0a8c52db3454b" /><Relationship Type="http://schemas.openxmlformats.org/officeDocument/2006/relationships/image" Target="/ppt/media/image.png" Id="Rced742be4fa0459c" /><Relationship Type="http://schemas.openxmlformats.org/officeDocument/2006/relationships/notesSlide" Target="/ppt/notesSlides/notesSlide1.xml" Id="R228d91ca470e445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fld id="{AD75FED6-38D0-DE9C-92C0-6E7FA635581C}" type="slidenum">
              <a:rPr sz="100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572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앱을 더 늘리지 않고, 외부 VOD를 타이틀 단위로 쌓습니다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00500"/>
            <a:ext cx="2905125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PoC 승인 · 외부 VOD 1곳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콘텐츠 단위 편입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연동 규격 재사용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낮은 추가 비용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재생·정산 추적</a:t>
            </a: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810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문제  |  앱은 늘어도 당사 콘텐츠는 쌓이지 않습니다.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제안  |  가능한 VOD를 조건·권한·검증과 함께 TV 재생으로 연결합니다.</a:t>
            </a:r>
          </a:p>
        </p:txBody>
      </p:sp>
      <p:pic>
        <p:nvPicPr>
          <p:cNvPr id="5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742be4fa0459c"/>
          <a:srcRect xmlns:a="http://schemas.openxmlformats.org/drawingml/2006/main" l="0" t="11687" r="0" b="116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2714625"/>
            <a:ext cx="7620000" cy="3286125"/>
          </a:xfrm>
          <a:prstGeom xmlns:a="http://schemas.openxmlformats.org/drawingml/2006/main" prst="roundRect">
            <a:avLst>
              <a:gd name="adj" fmla="val 6957"/>
            </a:avLst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1DDC2DE-7A3D-427F-9A8B-2F11DBB8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142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01A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A3C"/>
                </a:solidFill>
                <a:latin typeface="Helvetica Neue"/>
                <a:ea typeface="Helvetica Neue"/>
                <a:cs typeface="Helvetica Neue"/>
              </a:rPr>
              <a:t>외부 VOD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01A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A3C"/>
                </a:solidFill>
                <a:latin typeface="Helvetica Neue"/>
                <a:ea typeface="Helvetica Neue"/>
                <a:cs typeface="Helvetica Neue"/>
              </a:rPr>
              <a:t>→ Instant Play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01A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A3C"/>
                </a:solidFill>
                <a:latin typeface="Helvetica Neue"/>
                <a:ea typeface="Helvetica Neue"/>
                <a:cs typeface="Helvetica Neue"/>
              </a:rPr>
              <a:t>→ TV 재생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2026-07-22T07:20:36.3680000Z</dcterms:created>
  <dcterms:modified xsi:type="dcterms:W3CDTF">2026-07-22T07:20:36.3680000Z</dcterms:modified>
</coreProperties>
</file>