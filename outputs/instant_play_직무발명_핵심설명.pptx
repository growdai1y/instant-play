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5914d1d59e406b" /><Relationship Type="http://schemas.openxmlformats.org/officeDocument/2006/relationships/extended-properties" Target="/docProps/app.xml" Id="R3c2738f8a31b4442" /><Relationship Type="http://schemas.openxmlformats.org/officeDocument/2006/relationships/officeDocument" Target="/ppt/presentation.xml" Id="R8d08f7ae9835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0e602f5b34da9"/>
  </p:sldMasterIdLst>
  <p:notesMasterIdLst>
    <p:notesMasterId xmlns:r="http://schemas.openxmlformats.org/officeDocument/2006/relationships" r:id="Rad4e5364761d413a"/>
  </p:notesMasterIdLst>
  <p:sldIdLst>
    <p:sldId xmlns:r="http://schemas.openxmlformats.org/officeDocument/2006/relationships" id="256" r:id="R368466004c72419d"/>
    <p:sldId xmlns:r="http://schemas.openxmlformats.org/officeDocument/2006/relationships" id="257" r:id="R1bd95047eab4491a"/>
    <p:sldId xmlns:r="http://schemas.openxmlformats.org/officeDocument/2006/relationships" id="258" r:id="Rd3850ff2bc8e44b0"/>
    <p:sldId xmlns:r="http://schemas.openxmlformats.org/officeDocument/2006/relationships" id="259" r:id="R27c08525b6234ff9"/>
    <p:sldId xmlns:r="http://schemas.openxmlformats.org/officeDocument/2006/relationships" id="260" r:id="Rbe4d3d208f68404d"/>
    <p:sldId xmlns:r="http://schemas.openxmlformats.org/officeDocument/2006/relationships" id="261" r:id="R0c99ae1de6874451"/>
    <p:sldId xmlns:r="http://schemas.openxmlformats.org/officeDocument/2006/relationships" id="262" r:id="Rcd6a432d652b46dd"/>
    <p:sldId xmlns:r="http://schemas.openxmlformats.org/officeDocument/2006/relationships" id="263" r:id="R3c1287cb1b964592"/>
    <p:sldId xmlns:r="http://schemas.openxmlformats.org/officeDocument/2006/relationships" id="264" r:id="R96780f6e18ad4c67"/>
    <p:sldId xmlns:r="http://schemas.openxmlformats.org/officeDocument/2006/relationships" id="265" r:id="R1af49b93f57041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41e429b76146f2" /><Relationship Type="http://schemas.openxmlformats.org/officeDocument/2006/relationships/slideMaster" Target="/ppt/slideMasters/slideMaster1.xml" Id="R9e50e602f5b34da9" /><Relationship Type="http://schemas.openxmlformats.org/officeDocument/2006/relationships/notesMaster" Target="/ppt/notesMasters/notesMaster1.xml" Id="Rad4e5364761d413a" /><Relationship Type="http://schemas.openxmlformats.org/officeDocument/2006/relationships/presProps" Target="/ppt/presProps.xml" Id="Rb2b0f2ebbbd544f0" /><Relationship Type="http://schemas.openxmlformats.org/officeDocument/2006/relationships/tableStyles" Target="/ppt/tableStyles.xml" Id="R0d07b11cc51540da" /><Relationship Type="http://schemas.openxmlformats.org/officeDocument/2006/relationships/slide" Target="/ppt/slides/slide1.xml" Id="R368466004c72419d" /><Relationship Type="http://schemas.openxmlformats.org/officeDocument/2006/relationships/slide" Target="/ppt/slides/slide2.xml" Id="R1bd95047eab4491a" /><Relationship Type="http://schemas.openxmlformats.org/officeDocument/2006/relationships/slide" Target="/ppt/slides/slide3.xml" Id="Rd3850ff2bc8e44b0" /><Relationship Type="http://schemas.openxmlformats.org/officeDocument/2006/relationships/slide" Target="/ppt/slides/slide4.xml" Id="R27c08525b6234ff9" /><Relationship Type="http://schemas.openxmlformats.org/officeDocument/2006/relationships/slide" Target="/ppt/slides/slide5.xml" Id="Rbe4d3d208f68404d" /><Relationship Type="http://schemas.openxmlformats.org/officeDocument/2006/relationships/slide" Target="/ppt/slides/slide6.xml" Id="R0c99ae1de6874451" /><Relationship Type="http://schemas.openxmlformats.org/officeDocument/2006/relationships/slide" Target="/ppt/slides/slide7.xml" Id="Rcd6a432d652b46dd" /><Relationship Type="http://schemas.openxmlformats.org/officeDocument/2006/relationships/slide" Target="/ppt/slides/slide8.xml" Id="R3c1287cb1b964592" /><Relationship Type="http://schemas.openxmlformats.org/officeDocument/2006/relationships/slide" Target="/ppt/slides/slide9.xml" Id="R96780f6e18ad4c67" /><Relationship Type="http://schemas.openxmlformats.org/officeDocument/2006/relationships/slide" Target="/ppt/slides/slide10.xml" Id="R1af49b93f57041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594d4f1f17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000d797bc4396" /><Relationship Type="http://schemas.openxmlformats.org/officeDocument/2006/relationships/notesMaster" Target="/ppt/notesMasters/notesMaster1.xml" Id="R5f429c671bdf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be9c4bb074320" /><Relationship Type="http://schemas.openxmlformats.org/officeDocument/2006/relationships/notesMaster" Target="/ppt/notesMasters/notesMaster1.xml" Id="R8baaa53acc7649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d5e30485e45b9" /><Relationship Type="http://schemas.openxmlformats.org/officeDocument/2006/relationships/notesMaster" Target="/ppt/notesMasters/notesMaster1.xml" Id="Raa1c8066c54e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489b531aa74169" /><Relationship Type="http://schemas.openxmlformats.org/officeDocument/2006/relationships/notesMaster" Target="/ppt/notesMasters/notesMaster1.xml" Id="R04ec7d0bc09e49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9b7045412b4a64" /><Relationship Type="http://schemas.openxmlformats.org/officeDocument/2006/relationships/notesMaster" Target="/ppt/notesMasters/notesMaster1.xml" Id="R3c5e677ef41645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6ffdb90bc146c4" /><Relationship Type="http://schemas.openxmlformats.org/officeDocument/2006/relationships/notesMaster" Target="/ppt/notesMasters/notesMaster1.xml" Id="Rcbc9bc368d54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a8cc472914c8a" /><Relationship Type="http://schemas.openxmlformats.org/officeDocument/2006/relationships/notesMaster" Target="/ppt/notesMasters/notesMaster1.xml" Id="R48449499b22a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9631f2d65243e1" /><Relationship Type="http://schemas.openxmlformats.org/officeDocument/2006/relationships/notesMaster" Target="/ppt/notesMasters/notesMaster1.xml" Id="R9f381724f43f45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cbffd3e9c4111" /><Relationship Type="http://schemas.openxmlformats.org/officeDocument/2006/relationships/notesMaster" Target="/ppt/notesMasters/notesMaster1.xml" Id="R826e85d870ac43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968003096494e" /><Relationship Type="http://schemas.openxmlformats.org/officeDocument/2006/relationships/notesMaster" Target="/ppt/notesMasters/notesMaster1.xml" Id="R9540dd1d7fef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덱은 직무발명서 개선본의 핵심 기술관계를 시각적으로 설명한다.</a:t>
            </a:r>
          </a:p>
          <a:p xmlns:a="http://schemas.openxmlformats.org/drawingml/2006/main">
            <a:r>
              <a:t>한 문장 요약: 조건 결과, 업체 권한, 검증 재생구성을 하나의 거래로 연결해 외부 VOD를 플랫폼 안에서 즉시 재생한다.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§1 가: 업체 전용 앱 설치나 업체 계정 직접 로그인 없이 플랫폼 재생기에서 즉시 재생하는 것이 기술 목표다.</a:t>
            </a:r>
          </a:p>
          <a:p xmlns:a="http://schemas.openxmlformats.org/drawingml/2006/main">
            <a:r>
              <a:t>기존 구조와의 차이는 단순 딥링크가 아니라, 조건 결과와 신규 한시 권한 및 검증된 실행 구성까지 연결한다는 점이다.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§1 마와 §2 가: 플랫폼 조건 판정, 업체의 독립 권한 판단, 플랫폼의 실행 검증은 서로 다른 책임이다.</a:t>
            </a:r>
          </a:p>
          <a:p xmlns:a="http://schemas.openxmlformats.org/drawingml/2006/main">
            <a:r>
              <a:t>이 세 판단과 상태를 하나의 권한 거래 식별관계로 연결하는 것이 중심 구조다.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§2 나 1~2: 등록 검증은 실제 재생시험으로 검증집합을 만들고, 실행 시 업체 응답을 그 집합과 다시 대조한다.</a:t>
            </a:r>
          </a:p>
          <a:p xmlns:a="http://schemas.openxmlformats.org/drawingml/2006/main">
            <a:r>
              <a:t>등록과 실행을 분리하되, 콘텐츠·프로필·버전이 두 시점을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§2 나 2의 사용자 선택부터 권한발급·재생까지의 흐름을 7단계로 압축했다.</a:t>
            </a:r>
          </a:p>
          <a:p xmlns:a="http://schemas.openxmlformats.org/drawingml/2006/main">
            <a:r>
              <a:t>플랫폼 판정, 업체 수락, 구성 검증 중 어느 하나라도 실패하면 동적 재생정보는 단말에 전달되지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§2 나 3: 광고, 사용자 결제, 플랫폼 부담 프로모션, 업체 부담 무료 프로모션은 서로 다른 결과값과 정산상태를 가진다.</a:t>
            </a:r>
          </a:p>
          <a:p xmlns:a="http://schemas.openxmlformats.org/drawingml/2006/main">
            <a:r>
              <a:t>차별점은 구체 금액이 아니라, 조건별 결과 규격과 업체 처리상태 및 권한발급을 같은 거래로 연결하는 것이다.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§2 가 6-2: 플랫폼은 사전조건을 판정하지만 업체의 지역·기간·계약·동시시청 정책까지 대신 판단하지 않는다.</a:t>
            </a:r>
          </a:p>
          <a:p xmlns:a="http://schemas.openxmlformats.org/drawingml/2006/main">
            <a:r>
              <a:t>업체는 플랫폼 조건을 처음부터 다시 판정하지 않고, 등록된 결과 규칙과 버전을 확인한 뒤 고유 권한정책을 적용한다.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§1 가, §2 가 1-3 및 §2 나 7: 정적 재생구성과 동적 재생정보를 구분한다.</a:t>
            </a:r>
          </a:p>
          <a:p xmlns:a="http://schemas.openxmlformats.org/drawingml/2006/main">
            <a:r>
              <a:t>실행 구성이 검증집합 밖이거나 버전이 맞지 않으면 동적 재생정보를 전달하지 않고 추천을 비활성화해 업데이트 또는 재검증으로 전이한다.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§1 나 및 §3: 광고·결제·DRM·동적 정보 취득 같은 개별 요소만으로 차별성을 주장하지 않는다.</a:t>
            </a:r>
          </a:p>
          <a:p xmlns:a="http://schemas.openxmlformats.org/drawingml/2006/main">
            <a:r>
              <a:t>청구항 1, 8, 11과 시스템·단말 청구항은 동일한 연쇄를 서로 다른 수행 주체와 수명주기 관점에서 포착한다.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§2 다 효과를 세 가지 결과로 요약했다: 사용자 경험, 업체 권한 주권, 검증된 실행.</a:t>
            </a:r>
          </a:p>
          <a:p xmlns:a="http://schemas.openxmlformats.org/drawingml/2006/main">
            <a:r>
              <a:t>내부 검토에서는 전체 연쇄의 독립항 표현과 핵심 선행기술 대비를 함께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ece9206d1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c406980ae34113" /><Relationship Type="http://schemas.openxmlformats.org/officeDocument/2006/relationships/slideLayout" Target="/ppt/slideLayouts/slideLayout1.xml" Id="Rd4d94496f484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94496f484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5952bcb4946ba" /><Relationship Type="http://schemas.openxmlformats.org/officeDocument/2006/relationships/notesSlide" Target="/ppt/notesSlides/notesSlide1.xml" Id="R01bf8166594a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10115ca974b02" /><Relationship Type="http://schemas.openxmlformats.org/officeDocument/2006/relationships/notesSlide" Target="/ppt/notesSlides/notesSlide2.xml" Id="R69508cd34bd34f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f6818070b458a" /><Relationship Type="http://schemas.openxmlformats.org/officeDocument/2006/relationships/notesSlide" Target="/ppt/notesSlides/notesSlide3.xml" Id="Rb1884777499a48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4397c995140bc" /><Relationship Type="http://schemas.openxmlformats.org/officeDocument/2006/relationships/notesSlide" Target="/ppt/notesSlides/notesSlide4.xml" Id="Reb2676345ae148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614a6faa54e0a" /><Relationship Type="http://schemas.openxmlformats.org/officeDocument/2006/relationships/notesSlide" Target="/ppt/notesSlides/notesSlide5.xml" Id="R7286e80c302c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e52124d6c4dc8" /><Relationship Type="http://schemas.openxmlformats.org/officeDocument/2006/relationships/notesSlide" Target="/ppt/notesSlides/notesSlide6.xml" Id="R89f5568219e54d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9ca3094fe4a50" /><Relationship Type="http://schemas.openxmlformats.org/officeDocument/2006/relationships/notesSlide" Target="/ppt/notesSlides/notesSlide7.xml" Id="R95fe41a3b06346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9ce0e6fc04b92" /><Relationship Type="http://schemas.openxmlformats.org/officeDocument/2006/relationships/notesSlide" Target="/ppt/notesSlides/notesSlide8.xml" Id="Rb8cc7c98eec64e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b7b2ffe32417d" /><Relationship Type="http://schemas.openxmlformats.org/officeDocument/2006/relationships/notesSlide" Target="/ppt/notesSlides/notesSlide9.xml" Id="R15b092df48ef40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f40eb0f184163" /><Relationship Type="http://schemas.openxmlformats.org/officeDocument/2006/relationships/notesSlide" Target="/ppt/notesSlides/notesSlide10.xml" Id="R31848829ebf247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FBCCAC4-66E7-44C0-B5EB-C91494E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INVENTION DISCLOSURE · CORE VISUALS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B3B5EBE1-7CE7-47DE-88F4-6187F0B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2026.07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54B2A5F-4F43-476C-BCBF-FBF60A8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B35695F-6D9B-4D6D-A1CB-E512ED4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8582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8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외부 VOD를,
플랫폼 안에서 바로 재생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85C4384-4C47-4265-93ED-91F49C02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조건 결과 연계 권한 + 검증 재생구성 기반 Instant Play</a:t>
            </a:r>
          </a:p>
        </p:txBody>
      </p:sp>
      <p:sp>
        <p:nvSpPr>
          <p:cNvPr id="6" name="cover-chain">
            <a:extLst xmlns:a="http://schemas.openxmlformats.org/drawingml/2006/main">
              <a:ext uri="{FF2B5EF4-FFF2-40B4-BE49-F238E27FC236}">
                <a16:creationId xmlns:a16="http://schemas.microsoft.com/office/drawing/2014/main" id="{4B0771AB-7247-487B-B7E0-DB920E27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819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조건 판정   →   업체 권한   →   검증 재생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9CD99E8-7F96-48DF-9807-BC4E661A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instant_play_직무발명서_개선본.md 기반</a:t>
            </a:r>
          </a:p>
        </p:txBody>
      </p:sp>
    </p:spTree>
    <p:extLst>
      <p:ext uri="{BB962C8B-B14F-4D97-AF65-F5344CB8AC3E}">
        <p14:creationId xmlns:p14="http://schemas.microsoft.com/office/powerpoint/2010/main" val="1974383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2">
            <a:extLst xmlns:a="http://schemas.openxmlformats.org/drawingml/2006/main">
              <a:ext uri="{FF2B5EF4-FFF2-40B4-BE49-F238E27FC236}">
                <a16:creationId xmlns:a16="http://schemas.microsoft.com/office/drawing/2014/main" id="{E92E1E0C-C6FA-42C5-B7AA-CC99D8B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01 · USER FRICTION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8A62D5B-91FD-47D8-BF3C-E4192D7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선택 뒤에 다시 시작되는 경험이 문제다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FE270A32-7A3D-4270-8D48-DC7D229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D8DE3547-BD27-4280-86DD-67384DA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38DFB26F-0B00-4D5E-8844-B04B92B9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s2-left-bg">
            <a:extLst xmlns:a="http://schemas.openxmlformats.org/drawingml/2006/main">
              <a:ext uri="{FF2B5EF4-FFF2-40B4-BE49-F238E27FC236}">
                <a16:creationId xmlns:a16="http://schemas.microsoft.com/office/drawing/2014/main" id="{74ECC756-1277-4E2D-A02A-4260407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2-right-bg">
            <a:extLst xmlns:a="http://schemas.openxmlformats.org/drawingml/2006/main">
              <a:ext uri="{FF2B5EF4-FFF2-40B4-BE49-F238E27FC236}">
                <a16:creationId xmlns:a16="http://schemas.microsoft.com/office/drawing/2014/main" id="{127A5A4C-62BF-4893-8BF3-FA09615E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5334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D79A732B-BB03-47B6-9140-EAA082B4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기존 외부 VOD 구조</a:t>
            </a:r>
          </a:p>
        </p:txBody>
      </p:sp>
      <p:sp>
        <p:nvSpPr>
          <p:cNvPr id="9" name="s2-left-tag">
            <a:extLst xmlns:a="http://schemas.openxmlformats.org/drawingml/2006/main">
              <a:ext uri="{FF2B5EF4-FFF2-40B4-BE49-F238E27FC236}">
                <a16:creationId xmlns:a16="http://schemas.microsoft.com/office/drawing/2014/main" id="{95DBA341-A465-4647-A9B0-A963D46A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102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경험 단절</a:t>
            </a:r>
          </a:p>
        </p:txBody>
      </p:sp>
      <p:sp>
        <p:nvSpPr>
          <p:cNvPr id="10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DCE6BF5E-B928-4D5E-B066-C50129B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Instant Play 구조</a:t>
            </a:r>
          </a:p>
        </p:txBody>
      </p:sp>
      <p:sp>
        <p:nvSpPr>
          <p:cNvPr id="11" name="s2-right-tag">
            <a:extLst xmlns:a="http://schemas.openxmlformats.org/drawingml/2006/main">
              <a:ext uri="{FF2B5EF4-FFF2-40B4-BE49-F238E27FC236}">
                <a16:creationId xmlns:a16="http://schemas.microsoft.com/office/drawing/2014/main" id="{4485C2C1-F225-400C-8ADF-C2946D70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478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연속된 경험</a:t>
            </a:r>
          </a:p>
        </p:txBody>
      </p:sp>
      <p:sp>
        <p:nvSpPr>
          <p:cNvPr id="12" name="s2-lbox-0">
            <a:extLst xmlns:a="http://schemas.openxmlformats.org/drawingml/2006/main">
              <a:ext uri="{FF2B5EF4-FFF2-40B4-BE49-F238E27FC236}">
                <a16:creationId xmlns:a16="http://schemas.microsoft.com/office/drawing/2014/main" id="{1C31F501-342E-4CC6-92EF-9F28496E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2-ltxt-0">
            <a:extLst xmlns:a="http://schemas.openxmlformats.org/drawingml/2006/main">
              <a:ext uri="{FF2B5EF4-FFF2-40B4-BE49-F238E27FC236}">
                <a16:creationId xmlns:a16="http://schemas.microsoft.com/office/drawing/2014/main" id="{9D0B9DB1-8C32-4A07-A1E2-8553444B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플랫폼에서 콘텐츠 발견</a:t>
            </a:r>
          </a:p>
        </p:txBody>
      </p:sp>
      <p:sp>
        <p:nvSpPr>
          <p:cNvPr id="14" name="s2-rbox-0">
            <a:extLst xmlns:a="http://schemas.openxmlformats.org/drawingml/2006/main">
              <a:ext uri="{FF2B5EF4-FFF2-40B4-BE49-F238E27FC236}">
                <a16:creationId xmlns:a16="http://schemas.microsoft.com/office/drawing/2014/main" id="{2C8B0CCD-DCF5-4F70-A21B-910B995C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s2-rtxt-0">
            <a:extLst xmlns:a="http://schemas.openxmlformats.org/drawingml/2006/main">
              <a:ext uri="{FF2B5EF4-FFF2-40B4-BE49-F238E27FC236}">
                <a16:creationId xmlns:a16="http://schemas.microsoft.com/office/drawing/2014/main" id="{256D96AC-5A71-4137-AA46-5C8BD93E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플랫폼에서 콘텐츠 발견</a:t>
            </a:r>
          </a:p>
        </p:txBody>
      </p:sp>
      <p:sp>
        <p:nvSpPr>
          <p:cNvPr id="16" name="s2-larr-0">
            <a:extLst xmlns:a="http://schemas.openxmlformats.org/drawingml/2006/main">
              <a:ext uri="{FF2B5EF4-FFF2-40B4-BE49-F238E27FC236}">
                <a16:creationId xmlns:a16="http://schemas.microsoft.com/office/drawing/2014/main" id="{B1C16CB1-E9D6-44DA-98D0-61A4FAC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241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7" name="s2-rarr-0">
            <a:extLst xmlns:a="http://schemas.openxmlformats.org/drawingml/2006/main">
              <a:ext uri="{FF2B5EF4-FFF2-40B4-BE49-F238E27FC236}">
                <a16:creationId xmlns:a16="http://schemas.microsoft.com/office/drawing/2014/main" id="{3B86C1FF-0694-47E5-AA98-3686154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241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8" name="s2-lbox-1">
            <a:extLst xmlns:a="http://schemas.openxmlformats.org/drawingml/2006/main">
              <a:ext uri="{FF2B5EF4-FFF2-40B4-BE49-F238E27FC236}">
                <a16:creationId xmlns:a16="http://schemas.microsoft.com/office/drawing/2014/main" id="{D2A61309-D29D-4905-BD64-CFE5F7FD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2-ltxt-1">
            <a:extLst xmlns:a="http://schemas.openxmlformats.org/drawingml/2006/main">
              <a:ext uri="{FF2B5EF4-FFF2-40B4-BE49-F238E27FC236}">
                <a16:creationId xmlns:a16="http://schemas.microsoft.com/office/drawing/2014/main" id="{047FA2A1-4AD9-4889-9ACE-82A4F1A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앱 설치·실행</a:t>
            </a:r>
          </a:p>
        </p:txBody>
      </p:sp>
      <p:sp>
        <p:nvSpPr>
          <p:cNvPr id="20" name="s2-rbox-1">
            <a:extLst xmlns:a="http://schemas.openxmlformats.org/drawingml/2006/main">
              <a:ext uri="{FF2B5EF4-FFF2-40B4-BE49-F238E27FC236}">
                <a16:creationId xmlns:a16="http://schemas.microsoft.com/office/drawing/2014/main" id="{1E4DC1EF-E9D4-4457-B36D-DE21534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s2-rtxt-1">
            <a:extLst xmlns:a="http://schemas.openxmlformats.org/drawingml/2006/main">
              <a:ext uri="{FF2B5EF4-FFF2-40B4-BE49-F238E27FC236}">
                <a16:creationId xmlns:a16="http://schemas.microsoft.com/office/drawing/2014/main" id="{0261E792-D87E-4960-913A-93C2CDAF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조건 수행·플랫폼 판정</a:t>
            </a:r>
          </a:p>
        </p:txBody>
      </p:sp>
      <p:sp>
        <p:nvSpPr>
          <p:cNvPr id="22" name="s2-larr-1">
            <a:extLst xmlns:a="http://schemas.openxmlformats.org/drawingml/2006/main">
              <a:ext uri="{FF2B5EF4-FFF2-40B4-BE49-F238E27FC236}">
                <a16:creationId xmlns:a16="http://schemas.microsoft.com/office/drawing/2014/main" id="{654B995F-8484-4518-96F8-5F2EA52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3" name="s2-rarr-1">
            <a:extLst xmlns:a="http://schemas.openxmlformats.org/drawingml/2006/main">
              <a:ext uri="{FF2B5EF4-FFF2-40B4-BE49-F238E27FC236}">
                <a16:creationId xmlns:a16="http://schemas.microsoft.com/office/drawing/2014/main" id="{3F219F02-4EE3-47D3-8FEA-74EDBA6D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623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4" name="s2-lbox-2">
            <a:extLst xmlns:a="http://schemas.openxmlformats.org/drawingml/2006/main">
              <a:ext uri="{FF2B5EF4-FFF2-40B4-BE49-F238E27FC236}">
                <a16:creationId xmlns:a16="http://schemas.microsoft.com/office/drawing/2014/main" id="{1339E2B6-B106-4760-928D-4587E7D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2-ltxt-2">
            <a:extLst xmlns:a="http://schemas.openxmlformats.org/drawingml/2006/main">
              <a:ext uri="{FF2B5EF4-FFF2-40B4-BE49-F238E27FC236}">
                <a16:creationId xmlns:a16="http://schemas.microsoft.com/office/drawing/2014/main" id="{0721F995-6588-4646-A7FB-2BA255B6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계정 직접 로그인</a:t>
            </a:r>
          </a:p>
        </p:txBody>
      </p:sp>
      <p:sp>
        <p:nvSpPr>
          <p:cNvPr id="26" name="s2-rbox-2">
            <a:extLst xmlns:a="http://schemas.openxmlformats.org/drawingml/2006/main">
              <a:ext uri="{FF2B5EF4-FFF2-40B4-BE49-F238E27FC236}">
                <a16:creationId xmlns:a16="http://schemas.microsoft.com/office/drawing/2014/main" id="{0A7071B3-DD17-4974-9B74-06AA8BC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s2-rtxt-2">
            <a:extLst xmlns:a="http://schemas.openxmlformats.org/drawingml/2006/main">
              <a:ext uri="{FF2B5EF4-FFF2-40B4-BE49-F238E27FC236}">
                <a16:creationId xmlns:a16="http://schemas.microsoft.com/office/drawing/2014/main" id="{20B09490-03C1-420E-BD7B-F058D1E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업체가 한시적 권한 발급</a:t>
            </a:r>
          </a:p>
        </p:txBody>
      </p:sp>
      <p:sp>
        <p:nvSpPr>
          <p:cNvPr id="28" name="s2-larr-2">
            <a:extLst xmlns:a="http://schemas.openxmlformats.org/drawingml/2006/main">
              <a:ext uri="{FF2B5EF4-FFF2-40B4-BE49-F238E27FC236}">
                <a16:creationId xmlns:a16="http://schemas.microsoft.com/office/drawing/2014/main" id="{7DAF8706-A5B8-47AC-8239-1218DA0A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005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9" name="s2-rarr-2">
            <a:extLst xmlns:a="http://schemas.openxmlformats.org/drawingml/2006/main">
              <a:ext uri="{FF2B5EF4-FFF2-40B4-BE49-F238E27FC236}">
                <a16:creationId xmlns:a16="http://schemas.microsoft.com/office/drawing/2014/main" id="{F2673F56-1F6E-4421-A069-F3C50CEF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005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30" name="s2-lbox-3">
            <a:extLst xmlns:a="http://schemas.openxmlformats.org/drawingml/2006/main">
              <a:ext uri="{FF2B5EF4-FFF2-40B4-BE49-F238E27FC236}">
                <a16:creationId xmlns:a16="http://schemas.microsoft.com/office/drawing/2014/main" id="{DFDBCA51-6771-4C3B-8933-C3D539A8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3"/>
          </a:solidFill>
          <a:ln xmlns:a="http://schemas.openxmlformats.org/drawingml/2006/main" w="9525">
            <a:solidFill>
              <a:srgbClr val="C33A36"/>
            </a:solidFill>
            <a:prstDash val="solid"/>
          </a:ln>
        </p:spPr>
      </p:sp>
      <p:sp>
        <p:nvSpPr>
          <p:cNvPr id="31" name="s2-ltxt-3">
            <a:extLst xmlns:a="http://schemas.openxmlformats.org/drawingml/2006/main">
              <a:ext uri="{FF2B5EF4-FFF2-40B4-BE49-F238E27FC236}">
                <a16:creationId xmlns:a16="http://schemas.microsoft.com/office/drawing/2014/main" id="{CA5D99D2-B864-4D7D-9F1A-ADB275AE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업체 재생기에서 다시 시작</a:t>
            </a:r>
          </a:p>
        </p:txBody>
      </p:sp>
      <p:sp>
        <p:nvSpPr>
          <p:cNvPr id="32" name="s2-rbox-3">
            <a:extLst xmlns:a="http://schemas.openxmlformats.org/drawingml/2006/main">
              <a:ext uri="{FF2B5EF4-FFF2-40B4-BE49-F238E27FC236}">
                <a16:creationId xmlns:a16="http://schemas.microsoft.com/office/drawing/2014/main" id="{75F85580-036B-430A-B687-410173E3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s2-rtxt-3">
            <a:extLst xmlns:a="http://schemas.openxmlformats.org/drawingml/2006/main">
              <a:ext uri="{FF2B5EF4-FFF2-40B4-BE49-F238E27FC236}">
                <a16:creationId xmlns:a16="http://schemas.microsoft.com/office/drawing/2014/main" id="{FBCC6DFF-756D-41D2-8D84-69E578D6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482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플랫폼 재생기에서 즉시 재생</a:t>
            </a:r>
          </a:p>
        </p:txBody>
      </p:sp>
    </p:spTree>
    <p:extLst>
      <p:ext uri="{BB962C8B-B14F-4D97-AF65-F5344CB8AC3E}">
        <p14:creationId xmlns:p14="http://schemas.microsoft.com/office/powerpoint/2010/main" val="798502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3">
            <a:extLst xmlns:a="http://schemas.openxmlformats.org/drawingml/2006/main">
              <a:ext uri="{FF2B5EF4-FFF2-40B4-BE49-F238E27FC236}">
                <a16:creationId xmlns:a16="http://schemas.microsoft.com/office/drawing/2014/main" id="{3ECD9314-9087-4CFB-AD88-B89A8EF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02 · CORE CONCEPT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48AED03-6C1E-4D50-8E91-34E4EDC2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세 개의 독립 판단을 하나의 거래로 묶는다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71110022-32B7-4881-936A-9AD80093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AF3A5A4-5C0C-430C-974E-471FBA6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4E13EA69-C1E7-49D2-8F10-21174E75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s3-lead">
            <a:extLst xmlns:a="http://schemas.openxmlformats.org/drawingml/2006/main">
              <a:ext uri="{FF2B5EF4-FFF2-40B4-BE49-F238E27FC236}">
                <a16:creationId xmlns:a16="http://schemas.microsoft.com/office/drawing/2014/main" id="{9FA80A16-7D03-4FB5-9C35-FE0A1F06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066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조건을 충족했다는 사실만으로 원 콘텐츠 권한이나 실행 허용이 자동 생성되지는 않는다.</a:t>
            </a:r>
          </a:p>
        </p:txBody>
      </p:sp>
      <p:sp>
        <p:nvSpPr>
          <p:cNvPr id="7" name="s3-bottom-rule">
            <a:extLst xmlns:a="http://schemas.openxmlformats.org/drawingml/2006/main">
              <a:ext uri="{FF2B5EF4-FFF2-40B4-BE49-F238E27FC236}">
                <a16:creationId xmlns:a16="http://schemas.microsoft.com/office/drawing/2014/main" id="{7DBFB28C-06A9-4B9E-9619-CC980D05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transaction">
            <a:extLst xmlns:a="http://schemas.openxmlformats.org/drawingml/2006/main">
              <a:ext uri="{FF2B5EF4-FFF2-40B4-BE49-F238E27FC236}">
                <a16:creationId xmlns:a16="http://schemas.microsoft.com/office/drawing/2014/main" id="{EC8F42A0-1BBD-458E-8238-ED97DFD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438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grantTransactionId + playbackSessionId</a:t>
            </a:r>
          </a:p>
        </p:txBody>
      </p:sp>
      <p:sp>
        <p:nvSpPr>
          <p:cNvPr id="9" name="s3-transaction-desc">
            <a:extLst xmlns:a="http://schemas.openxmlformats.org/drawingml/2006/main">
              <a:ext uri="{FF2B5EF4-FFF2-40B4-BE49-F238E27FC236}">
                <a16:creationId xmlns:a16="http://schemas.microsoft.com/office/drawing/2014/main" id="{81B2F55A-CB50-49D1-91EB-7AA7561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67400"/>
            <a:ext cx="6877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판정 → 수락·거절 → 권한 → 실행 결과를 같은 식별관계로 추적</a:t>
            </a:r>
          </a:p>
        </p:txBody>
      </p:sp>
      <p:sp>
        <p:nvSpPr>
          <p:cNvPr id="10" name="s3-top-01">
            <a:extLst xmlns:a="http://schemas.openxmlformats.org/drawingml/2006/main">
              <a:ext uri="{FF2B5EF4-FFF2-40B4-BE49-F238E27FC236}">
                <a16:creationId xmlns:a16="http://schemas.microsoft.com/office/drawing/2014/main" id="{05501D9B-9721-4FB4-9955-DCDB659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num-01">
            <a:extLst xmlns:a="http://schemas.openxmlformats.org/drawingml/2006/main">
              <a:ext uri="{FF2B5EF4-FFF2-40B4-BE49-F238E27FC236}">
                <a16:creationId xmlns:a16="http://schemas.microsoft.com/office/drawing/2014/main" id="{FDF591E8-F513-4983-9B2B-C82928D8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s3-title-01">
            <a:extLst xmlns:a="http://schemas.openxmlformats.org/drawingml/2006/main">
              <a:ext uri="{FF2B5EF4-FFF2-40B4-BE49-F238E27FC236}">
                <a16:creationId xmlns:a16="http://schemas.microsoft.com/office/drawing/2014/main" id="{5C76F0F4-7D51-4601-A46A-6E4EF034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20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 조건 판정</a:t>
            </a:r>
          </a:p>
        </p:txBody>
      </p:sp>
      <p:sp>
        <p:nvSpPr>
          <p:cNvPr id="13" name="s3-body-01">
            <a:extLst xmlns:a="http://schemas.openxmlformats.org/drawingml/2006/main">
              <a:ext uri="{FF2B5EF4-FFF2-40B4-BE49-F238E27FC236}">
                <a16:creationId xmlns:a16="http://schemas.microsoft.com/office/drawing/2014/main" id="{6650FC25-0A5B-4F7F-A71B-DE54CFDF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32004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광고·결제·프로모션의 원천 결과를 콘텐츠별 기준에 적용해 충족 여부를 최종 판정한다.</a:t>
            </a:r>
          </a:p>
        </p:txBody>
      </p:sp>
      <p:sp>
        <p:nvSpPr>
          <p:cNvPr id="14" name="s3-top-02">
            <a:extLst xmlns:a="http://schemas.openxmlformats.org/drawingml/2006/main">
              <a:ext uri="{FF2B5EF4-FFF2-40B4-BE49-F238E27FC236}">
                <a16:creationId xmlns:a16="http://schemas.microsoft.com/office/drawing/2014/main" id="{BBA45912-CC4E-469A-945B-E57DF859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num-02">
            <a:extLst xmlns:a="http://schemas.openxmlformats.org/drawingml/2006/main">
              <a:ext uri="{FF2B5EF4-FFF2-40B4-BE49-F238E27FC236}">
                <a16:creationId xmlns:a16="http://schemas.microsoft.com/office/drawing/2014/main" id="{623FF31E-4481-41E1-A447-487562A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6" name="s3-title-02">
            <a:extLst xmlns:a="http://schemas.openxmlformats.org/drawingml/2006/main">
              <a:ext uri="{FF2B5EF4-FFF2-40B4-BE49-F238E27FC236}">
                <a16:creationId xmlns:a16="http://schemas.microsoft.com/office/drawing/2014/main" id="{0EA7D065-A060-4F9E-85F8-BC198EBB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320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권한 판단</a:t>
            </a:r>
          </a:p>
        </p:txBody>
      </p:sp>
      <p:sp>
        <p:nvSpPr>
          <p:cNvPr id="17" name="s3-body-02">
            <a:extLst xmlns:a="http://schemas.openxmlformats.org/drawingml/2006/main">
              <a:ext uri="{FF2B5EF4-FFF2-40B4-BE49-F238E27FC236}">
                <a16:creationId xmlns:a16="http://schemas.microsoft.com/office/drawing/2014/main" id="{D849A599-F8A6-4337-ABA6-00B313E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2004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결과 규칙과 고유 권한정책을 독립 확인하고, 수락·처리상태 기록 후 권한을 발급한다.</a:t>
            </a:r>
          </a:p>
        </p:txBody>
      </p:sp>
      <p:sp>
        <p:nvSpPr>
          <p:cNvPr id="18" name="s3-top-03">
            <a:extLst xmlns:a="http://schemas.openxmlformats.org/drawingml/2006/main">
              <a:ext uri="{FF2B5EF4-FFF2-40B4-BE49-F238E27FC236}">
                <a16:creationId xmlns:a16="http://schemas.microsoft.com/office/drawing/2014/main" id="{41D61755-7C57-451C-AB80-D5669E3A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num-03">
            <a:extLst xmlns:a="http://schemas.openxmlformats.org/drawingml/2006/main">
              <a:ext uri="{FF2B5EF4-FFF2-40B4-BE49-F238E27FC236}">
                <a16:creationId xmlns:a16="http://schemas.microsoft.com/office/drawing/2014/main" id="{AFF5B0EE-5ECE-4DB4-868C-A30310B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s3-title-03">
            <a:extLst xmlns:a="http://schemas.openxmlformats.org/drawingml/2006/main">
              <a:ext uri="{FF2B5EF4-FFF2-40B4-BE49-F238E27FC236}">
                <a16:creationId xmlns:a16="http://schemas.microsoft.com/office/drawing/2014/main" id="{922A8FA0-03C0-4EB4-B49D-37839ED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20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 실행 검증</a:t>
            </a:r>
          </a:p>
        </p:txBody>
      </p:sp>
      <p:sp>
        <p:nvSpPr>
          <p:cNvPr id="21" name="s3-body-03">
            <a:extLst xmlns:a="http://schemas.openxmlformats.org/drawingml/2006/main">
              <a:ext uri="{FF2B5EF4-FFF2-40B4-BE49-F238E27FC236}">
                <a16:creationId xmlns:a16="http://schemas.microsoft.com/office/drawing/2014/main" id="{2D03E713-7C30-432C-8FD5-06F99DD8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2004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업체 응답의 구성·프로필·버전을 실제 시험 통과 집합과 단말 능력에 다시 대조한다.</a:t>
            </a:r>
          </a:p>
        </p:txBody>
      </p:sp>
    </p:spTree>
    <p:extLst>
      <p:ext uri="{BB962C8B-B14F-4D97-AF65-F5344CB8AC3E}">
        <p14:creationId xmlns:p14="http://schemas.microsoft.com/office/powerpoint/2010/main" val="1019893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4">
            <a:extLst xmlns:a="http://schemas.openxmlformats.org/drawingml/2006/main">
              <a:ext uri="{FF2B5EF4-FFF2-40B4-BE49-F238E27FC236}">
                <a16:creationId xmlns:a16="http://schemas.microsoft.com/office/drawing/2014/main" id="{5A8ADB9E-CFDC-4320-A29B-C5D53DCF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03 · TWO CONTROL PLANES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A14E0A8-DDA3-48B4-88AB-705DC0B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등록 때 검증하고, 실행 때 다시 대조한다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D6E14DD5-A20F-409A-A07E-D3F2A33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63C2C44C-1390-4258-9F50-F23E665E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A74A81AD-691B-40A4-9A13-EA579731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s4-left-panel">
            <a:extLst xmlns:a="http://schemas.openxmlformats.org/drawingml/2006/main">
              <a:ext uri="{FF2B5EF4-FFF2-40B4-BE49-F238E27FC236}">
                <a16:creationId xmlns:a16="http://schemas.microsoft.com/office/drawing/2014/main" id="{CAB4F7C8-95F5-4C22-A575-35C2407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3340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4-right-panel">
            <a:extLst xmlns:a="http://schemas.openxmlformats.org/drawingml/2006/main">
              <a:ext uri="{FF2B5EF4-FFF2-40B4-BE49-F238E27FC236}">
                <a16:creationId xmlns:a16="http://schemas.microsoft.com/office/drawing/2014/main" id="{679D3BCD-8EB3-4A53-B47C-3ECFCBE8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53340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C5E05B7B-BB2B-4A33-960B-454FF80C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등록·검증 시점</a:t>
            </a:r>
          </a:p>
        </p:txBody>
      </p:sp>
      <p:sp>
        <p:nvSpPr>
          <p:cNvPr id="9" name="s4-left-sub">
            <a:extLst xmlns:a="http://schemas.openxmlformats.org/drawingml/2006/main">
              <a:ext uri="{FF2B5EF4-FFF2-40B4-BE49-F238E27FC236}">
                <a16:creationId xmlns:a16="http://schemas.microsoft.com/office/drawing/2014/main" id="{DB9CDC97-4686-4A16-94DB-F5C0697F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신뢰 가능한 실행 기준을 만든다</a:t>
            </a:r>
          </a:p>
        </p:txBody>
      </p:sp>
      <p:sp>
        <p:nvSpPr>
          <p:cNvPr id="10" name="s4-right-title">
            <a:extLst xmlns:a="http://schemas.openxmlformats.org/drawingml/2006/main">
              <a:ext uri="{FF2B5EF4-FFF2-40B4-BE49-F238E27FC236}">
                <a16:creationId xmlns:a16="http://schemas.microsoft.com/office/drawing/2014/main" id="{32ED55A8-338C-4578-B47E-ED64C70D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사용자 재생 시점</a:t>
            </a:r>
          </a:p>
        </p:txBody>
      </p:sp>
      <p:sp>
        <p:nvSpPr>
          <p:cNvPr id="11" name="s4-right-sub">
            <a:extLst xmlns:a="http://schemas.openxmlformats.org/drawingml/2006/main">
              <a:ext uri="{FF2B5EF4-FFF2-40B4-BE49-F238E27FC236}">
                <a16:creationId xmlns:a16="http://schemas.microsoft.com/office/drawing/2014/main" id="{783AEB65-C740-48AD-89F1-EEF0D4A3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권한과 실행 구성을 거래마다 재확인한다</a:t>
            </a:r>
          </a:p>
        </p:txBody>
      </p:sp>
      <p:sp>
        <p:nvSpPr>
          <p:cNvPr id="12" name="s4-ldot-0">
            <a:extLst xmlns:a="http://schemas.openxmlformats.org/drawingml/2006/main">
              <a:ext uri="{FF2B5EF4-FFF2-40B4-BE49-F238E27FC236}">
                <a16:creationId xmlns:a16="http://schemas.microsoft.com/office/drawing/2014/main" id="{501EE469-1803-40B5-8E5B-C09DAD1B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4-ltitle-0">
            <a:extLst xmlns:a="http://schemas.openxmlformats.org/drawingml/2006/main">
              <a:ext uri="{FF2B5EF4-FFF2-40B4-BE49-F238E27FC236}">
                <a16:creationId xmlns:a16="http://schemas.microsoft.com/office/drawing/2014/main" id="{43B0C49D-DD37-4468-9E67-0FAD5834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① 프로필 등록</a:t>
            </a:r>
          </a:p>
        </p:txBody>
      </p:sp>
      <p:sp>
        <p:nvSpPr>
          <p:cNvPr id="14" name="s4-lbody-0">
            <a:extLst xmlns:a="http://schemas.openxmlformats.org/drawingml/2006/main">
              <a:ext uri="{FF2B5EF4-FFF2-40B4-BE49-F238E27FC236}">
                <a16:creationId xmlns:a16="http://schemas.microsoft.com/office/drawing/2014/main" id="{3B2B01B7-A27C-43EB-9E22-87A3C98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프로토콜·DRM·코덱·보안 수준 + 버전</a:t>
            </a:r>
          </a:p>
        </p:txBody>
      </p:sp>
      <p:sp>
        <p:nvSpPr>
          <p:cNvPr id="15" name="s4-rdot-0">
            <a:extLst xmlns:a="http://schemas.openxmlformats.org/drawingml/2006/main">
              <a:ext uri="{FF2B5EF4-FFF2-40B4-BE49-F238E27FC236}">
                <a16:creationId xmlns:a16="http://schemas.microsoft.com/office/drawing/2014/main" id="{7967F3B4-6ACD-4F5C-9AF7-F9A728A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rtitle-0">
            <a:extLst xmlns:a="http://schemas.openxmlformats.org/drawingml/2006/main">
              <a:ext uri="{FF2B5EF4-FFF2-40B4-BE49-F238E27FC236}">
                <a16:creationId xmlns:a16="http://schemas.microsoft.com/office/drawing/2014/main" id="{FCCB8208-9415-40EF-BEB3-3A0E21A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① 조건 결과</a:t>
            </a:r>
          </a:p>
        </p:txBody>
      </p:sp>
      <p:sp>
        <p:nvSpPr>
          <p:cNvPr id="17" name="s4-rbody-0">
            <a:extLst xmlns:a="http://schemas.openxmlformats.org/drawingml/2006/main">
              <a:ext uri="{FF2B5EF4-FFF2-40B4-BE49-F238E27FC236}">
                <a16:creationId xmlns:a16="http://schemas.microsoft.com/office/drawing/2014/main" id="{8C73AF87-6C39-488A-82BF-0360C38F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플랫폼 최종 판정 → 구조화된 결과 데이터</a:t>
            </a:r>
          </a:p>
        </p:txBody>
      </p:sp>
      <p:sp>
        <p:nvSpPr>
          <p:cNvPr id="18" name="s4-ldot-1">
            <a:extLst xmlns:a="http://schemas.openxmlformats.org/drawingml/2006/main">
              <a:ext uri="{FF2B5EF4-FFF2-40B4-BE49-F238E27FC236}">
                <a16:creationId xmlns:a16="http://schemas.microsoft.com/office/drawing/2014/main" id="{D492B514-4B5A-4AD7-B3A6-70BC5766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4-ltitle-1">
            <a:extLst xmlns:a="http://schemas.openxmlformats.org/drawingml/2006/main">
              <a:ext uri="{FF2B5EF4-FFF2-40B4-BE49-F238E27FC236}">
                <a16:creationId xmlns:a16="http://schemas.microsoft.com/office/drawing/2014/main" id="{8E35AD18-A832-41AB-89E8-8A0DC72D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② 실제 재생시험</a:t>
            </a:r>
          </a:p>
        </p:txBody>
      </p:sp>
      <p:sp>
        <p:nvSpPr>
          <p:cNvPr id="20" name="s4-lbody-1">
            <a:extLst xmlns:a="http://schemas.openxmlformats.org/drawingml/2006/main">
              <a:ext uri="{FF2B5EF4-FFF2-40B4-BE49-F238E27FC236}">
                <a16:creationId xmlns:a16="http://schemas.microsoft.com/office/drawing/2014/main" id="{4E255E05-B784-4ECE-860A-8D8E8A7C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검증용 권한으로 매니페스트·DRM·재생 개시 확인</a:t>
            </a:r>
          </a:p>
        </p:txBody>
      </p:sp>
      <p:sp>
        <p:nvSpPr>
          <p:cNvPr id="21" name="s4-rdot-1">
            <a:extLst xmlns:a="http://schemas.openxmlformats.org/drawingml/2006/main">
              <a:ext uri="{FF2B5EF4-FFF2-40B4-BE49-F238E27FC236}">
                <a16:creationId xmlns:a16="http://schemas.microsoft.com/office/drawing/2014/main" id="{3A7829FA-D7F8-4246-BFFA-1150600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rtitle-1">
            <a:extLst xmlns:a="http://schemas.openxmlformats.org/drawingml/2006/main">
              <a:ext uri="{FF2B5EF4-FFF2-40B4-BE49-F238E27FC236}">
                <a16:creationId xmlns:a16="http://schemas.microsoft.com/office/drawing/2014/main" id="{CFDBE82F-A3B5-4222-AB9F-286A640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② 업체 권한</a:t>
            </a:r>
          </a:p>
        </p:txBody>
      </p:sp>
      <p:sp>
        <p:nvSpPr>
          <p:cNvPr id="23" name="s4-rbody-1">
            <a:extLst xmlns:a="http://schemas.openxmlformats.org/drawingml/2006/main">
              <a:ext uri="{FF2B5EF4-FFF2-40B4-BE49-F238E27FC236}">
                <a16:creationId xmlns:a16="http://schemas.microsoft.com/office/drawing/2014/main" id="{882F542F-4F6F-4824-8990-DCB57ECD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결과·고유 정책 확인 → 수락상태 기록 → 한시 권한</a:t>
            </a:r>
          </a:p>
        </p:txBody>
      </p:sp>
      <p:sp>
        <p:nvSpPr>
          <p:cNvPr id="24" name="s4-ldot-2">
            <a:extLst xmlns:a="http://schemas.openxmlformats.org/drawingml/2006/main">
              <a:ext uri="{FF2B5EF4-FFF2-40B4-BE49-F238E27FC236}">
                <a16:creationId xmlns:a16="http://schemas.microsoft.com/office/drawing/2014/main" id="{8DB140A8-D87D-404C-8DA9-6B3F1E87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ltitle-2">
            <a:extLst xmlns:a="http://schemas.openxmlformats.org/drawingml/2006/main">
              <a:ext uri="{FF2B5EF4-FFF2-40B4-BE49-F238E27FC236}">
                <a16:creationId xmlns:a16="http://schemas.microsoft.com/office/drawing/2014/main" id="{4B8E3D0A-02A4-4803-9AB1-73F22BF9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③ 검증집합 저장</a:t>
            </a:r>
          </a:p>
        </p:txBody>
      </p:sp>
      <p:sp>
        <p:nvSpPr>
          <p:cNvPr id="26" name="s4-lbody-2">
            <a:extLst xmlns:a="http://schemas.openxmlformats.org/drawingml/2006/main">
              <a:ext uri="{FF2B5EF4-FFF2-40B4-BE49-F238E27FC236}">
                <a16:creationId xmlns:a16="http://schemas.microsoft.com/office/drawing/2014/main" id="{1F44B5AE-54A3-4183-8D3C-85655D6C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통과 구성만 콘텐츠·프로필·버전에 연결</a:t>
            </a:r>
          </a:p>
        </p:txBody>
      </p:sp>
      <p:sp>
        <p:nvSpPr>
          <p:cNvPr id="27" name="s4-rdot-2">
            <a:extLst xmlns:a="http://schemas.openxmlformats.org/drawingml/2006/main">
              <a:ext uri="{FF2B5EF4-FFF2-40B4-BE49-F238E27FC236}">
                <a16:creationId xmlns:a16="http://schemas.microsoft.com/office/drawing/2014/main" id="{9EF8460C-FBCF-44C1-A2D4-69C46E8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7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4-rtitle-2">
            <a:extLst xmlns:a="http://schemas.openxmlformats.org/drawingml/2006/main">
              <a:ext uri="{FF2B5EF4-FFF2-40B4-BE49-F238E27FC236}">
                <a16:creationId xmlns:a16="http://schemas.microsoft.com/office/drawing/2014/main" id="{1163484E-B799-4506-866D-9093F536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③ 실행 대조</a:t>
            </a:r>
          </a:p>
        </p:txBody>
      </p:sp>
      <p:sp>
        <p:nvSpPr>
          <p:cNvPr id="29" name="s4-rbody-2">
            <a:extLst xmlns:a="http://schemas.openxmlformats.org/drawingml/2006/main">
              <a:ext uri="{FF2B5EF4-FFF2-40B4-BE49-F238E27FC236}">
                <a16:creationId xmlns:a16="http://schemas.microsoft.com/office/drawing/2014/main" id="{2437D0A5-EE9B-4316-94C5-6E1B3CE5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응답 구성·프로필·버전 × 검증집합 × 단말 능력</a:t>
            </a:r>
          </a:p>
        </p:txBody>
      </p:sp>
      <p:sp>
        <p:nvSpPr>
          <p:cNvPr id="30" name="s4-ldot-3">
            <a:extLst xmlns:a="http://schemas.openxmlformats.org/drawingml/2006/main">
              <a:ext uri="{FF2B5EF4-FFF2-40B4-BE49-F238E27FC236}">
                <a16:creationId xmlns:a16="http://schemas.microsoft.com/office/drawing/2014/main" id="{4DBB0CE1-0747-4DC8-B15A-EA0A4C48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4-ltitle-3">
            <a:extLst xmlns:a="http://schemas.openxmlformats.org/drawingml/2006/main">
              <a:ext uri="{FF2B5EF4-FFF2-40B4-BE49-F238E27FC236}">
                <a16:creationId xmlns:a16="http://schemas.microsoft.com/office/drawing/2014/main" id="{C9B8714E-38E0-4BFA-93B6-39F8A51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④ 추천 활성</a:t>
            </a:r>
          </a:p>
        </p:txBody>
      </p:sp>
      <p:sp>
        <p:nvSpPr>
          <p:cNvPr id="32" name="s4-lbody-3">
            <a:extLst xmlns:a="http://schemas.openxmlformats.org/drawingml/2006/main">
              <a:ext uri="{FF2B5EF4-FFF2-40B4-BE49-F238E27FC236}">
                <a16:creationId xmlns:a16="http://schemas.microsoft.com/office/drawing/2014/main" id="{D665CDC4-DDA3-497C-BD62-B4F32272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검증집합이 존재하는 콘텐츠만 노출</a:t>
            </a:r>
          </a:p>
        </p:txBody>
      </p:sp>
      <p:sp>
        <p:nvSpPr>
          <p:cNvPr id="33" name="s4-rdot-3">
            <a:extLst xmlns:a="http://schemas.openxmlformats.org/drawingml/2006/main">
              <a:ext uri="{FF2B5EF4-FFF2-40B4-BE49-F238E27FC236}">
                <a16:creationId xmlns:a16="http://schemas.microsoft.com/office/drawing/2014/main" id="{C4298E2C-CEEE-4680-81C6-2B1F9E93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57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4-rtitle-3">
            <a:extLst xmlns:a="http://schemas.openxmlformats.org/drawingml/2006/main">
              <a:ext uri="{FF2B5EF4-FFF2-40B4-BE49-F238E27FC236}">
                <a16:creationId xmlns:a16="http://schemas.microsoft.com/office/drawing/2014/main" id="{78DCFA91-8644-4684-9B16-CDE51253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911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④ 허용 또는 차단</a:t>
            </a:r>
          </a:p>
        </p:txBody>
      </p:sp>
      <p:sp>
        <p:nvSpPr>
          <p:cNvPr id="35" name="s4-rbody-3">
            <a:extLst xmlns:a="http://schemas.openxmlformats.org/drawingml/2006/main">
              <a:ext uri="{FF2B5EF4-FFF2-40B4-BE49-F238E27FC236}">
                <a16:creationId xmlns:a16="http://schemas.microsoft.com/office/drawing/2014/main" id="{B1D01242-CB68-4990-BE72-1A43B16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76850"/>
            <a:ext cx="434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일치: 재생 · 불일치: 업데이트/재검증</a:t>
            </a:r>
          </a:p>
        </p:txBody>
      </p:sp>
      <p:sp>
        <p:nvSpPr>
          <p:cNvPr id="36" name="s4-bridge-arrow">
            <a:extLst xmlns:a="http://schemas.openxmlformats.org/drawingml/2006/main">
              <a:ext uri="{FF2B5EF4-FFF2-40B4-BE49-F238E27FC236}">
                <a16:creationId xmlns:a16="http://schemas.microsoft.com/office/drawing/2014/main" id="{6A2C5FC0-1C17-4337-8579-4F68E424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6725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검증 기준  →</a:t>
            </a:r>
          </a:p>
        </p:txBody>
      </p:sp>
    </p:spTree>
    <p:extLst>
      <p:ext uri="{BB962C8B-B14F-4D97-AF65-F5344CB8AC3E}">
        <p14:creationId xmlns:p14="http://schemas.microsoft.com/office/powerpoint/2010/main" val="992905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5">
            <a:extLst xmlns:a="http://schemas.openxmlformats.org/drawingml/2006/main">
              <a:ext uri="{FF2B5EF4-FFF2-40B4-BE49-F238E27FC236}">
                <a16:creationId xmlns:a16="http://schemas.microsoft.com/office/drawing/2014/main" id="{5314EF87-72AC-4300-8D15-F598BAB9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04 · RUNTIME FLOW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E0D004C-2936-42B1-B81B-758DD01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선택부터 재생까지, 권한은 한 흐름으로 연결된다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97922C71-07B1-4483-8B7F-6772DB6E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2E993B85-D29B-470A-A9EE-611DC5A5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BEB33488-0EF4-44A0-A34E-5F2844FD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s5-lead">
            <a:extLst xmlns:a="http://schemas.openxmlformats.org/drawingml/2006/main">
              <a:ext uri="{FF2B5EF4-FFF2-40B4-BE49-F238E27FC236}">
                <a16:creationId xmlns:a16="http://schemas.microsoft.com/office/drawing/2014/main" id="{6DC4E17F-E11E-4B72-ADCE-4C2F9EA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플랫폼 조건 판정 → 업체 권한 발급 → 플랫폼 실행 검증</a:t>
            </a:r>
          </a:p>
        </p:txBody>
      </p:sp>
      <p:sp>
        <p:nvSpPr>
          <p:cNvPr id="7" name="s5-box-0">
            <a:extLst xmlns:a="http://schemas.openxmlformats.org/drawingml/2006/main">
              <a:ext uri="{FF2B5EF4-FFF2-40B4-BE49-F238E27FC236}">
                <a16:creationId xmlns:a16="http://schemas.microsoft.com/office/drawing/2014/main" id="{8753DDD3-E511-4D19-88B6-71BEBE06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5-num-0">
            <a:extLst xmlns:a="http://schemas.openxmlformats.org/drawingml/2006/main">
              <a:ext uri="{FF2B5EF4-FFF2-40B4-BE49-F238E27FC236}">
                <a16:creationId xmlns:a16="http://schemas.microsoft.com/office/drawing/2014/main" id="{6E52CBFD-4550-428E-A22A-38EF788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s5-title-0">
            <a:extLst xmlns:a="http://schemas.openxmlformats.org/drawingml/2006/main">
              <a:ext uri="{FF2B5EF4-FFF2-40B4-BE49-F238E27FC236}">
                <a16:creationId xmlns:a16="http://schemas.microsoft.com/office/drawing/2014/main" id="{DF45428A-E7D3-42CF-ABF8-1B7D310C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콘텐츠 선택</a:t>
            </a:r>
          </a:p>
        </p:txBody>
      </p:sp>
      <p:sp>
        <p:nvSpPr>
          <p:cNvPr id="10" name="s5-body-0">
            <a:extLst xmlns:a="http://schemas.openxmlformats.org/drawingml/2006/main">
              <a:ext uri="{FF2B5EF4-FFF2-40B4-BE49-F238E27FC236}">
                <a16:creationId xmlns:a16="http://schemas.microsoft.com/office/drawing/2014/main" id="{1BD81B13-817D-4935-893E-BB0905A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플랫폼 콘텐츠 ID와 단말 능력 전달</a:t>
            </a:r>
          </a:p>
        </p:txBody>
      </p:sp>
      <p:sp>
        <p:nvSpPr>
          <p:cNvPr id="11" name="s5-box-1">
            <a:extLst xmlns:a="http://schemas.openxmlformats.org/drawingml/2006/main">
              <a:ext uri="{FF2B5EF4-FFF2-40B4-BE49-F238E27FC236}">
                <a16:creationId xmlns:a16="http://schemas.microsoft.com/office/drawing/2014/main" id="{5B597C03-9A70-4830-8BA0-2AE5629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193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5-num-1">
            <a:extLst xmlns:a="http://schemas.openxmlformats.org/drawingml/2006/main">
              <a:ext uri="{FF2B5EF4-FFF2-40B4-BE49-F238E27FC236}">
                <a16:creationId xmlns:a16="http://schemas.microsoft.com/office/drawing/2014/main" id="{4CA02E1C-7478-40D0-9DE8-A2949A2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s5-title-1">
            <a:extLst xmlns:a="http://schemas.openxmlformats.org/drawingml/2006/main">
              <a:ext uri="{FF2B5EF4-FFF2-40B4-BE49-F238E27FC236}">
                <a16:creationId xmlns:a16="http://schemas.microsoft.com/office/drawing/2014/main" id="{86629CD5-4225-4E90-B204-2167DEF5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조건 수행</a:t>
            </a:r>
          </a:p>
        </p:txBody>
      </p:sp>
      <p:sp>
        <p:nvSpPr>
          <p:cNvPr id="14" name="s5-body-1">
            <a:extLst xmlns:a="http://schemas.openxmlformats.org/drawingml/2006/main">
              <a:ext uri="{FF2B5EF4-FFF2-40B4-BE49-F238E27FC236}">
                <a16:creationId xmlns:a16="http://schemas.microsoft.com/office/drawing/2014/main" id="{EB7C3D00-E92A-4ADE-B63F-4586E19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003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광고·결제·프로모션 원천 결과 생성</a:t>
            </a:r>
          </a:p>
        </p:txBody>
      </p:sp>
      <p:sp>
        <p:nvSpPr>
          <p:cNvPr id="15" name="s5-box-2">
            <a:extLst xmlns:a="http://schemas.openxmlformats.org/drawingml/2006/main">
              <a:ext uri="{FF2B5EF4-FFF2-40B4-BE49-F238E27FC236}">
                <a16:creationId xmlns:a16="http://schemas.microsoft.com/office/drawing/2014/main" id="{0054A0EF-09E3-4BD6-8CE5-5621E5B2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5-num-2">
            <a:extLst xmlns:a="http://schemas.openxmlformats.org/drawingml/2006/main">
              <a:ext uri="{FF2B5EF4-FFF2-40B4-BE49-F238E27FC236}">
                <a16:creationId xmlns:a16="http://schemas.microsoft.com/office/drawing/2014/main" id="{88C50BE5-399C-44FB-89CE-C1BEF5E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s5-title-2">
            <a:extLst xmlns:a="http://schemas.openxmlformats.org/drawingml/2006/main">
              <a:ext uri="{FF2B5EF4-FFF2-40B4-BE49-F238E27FC236}">
                <a16:creationId xmlns:a16="http://schemas.microsoft.com/office/drawing/2014/main" id="{11D3EF2A-2A49-45D3-924D-B843883E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 판정</a:t>
            </a:r>
          </a:p>
        </p:txBody>
      </p:sp>
      <p:sp>
        <p:nvSpPr>
          <p:cNvPr id="18" name="s5-body-2">
            <a:extLst xmlns:a="http://schemas.openxmlformats.org/drawingml/2006/main">
              <a:ext uri="{FF2B5EF4-FFF2-40B4-BE49-F238E27FC236}">
                <a16:creationId xmlns:a16="http://schemas.microsoft.com/office/drawing/2014/main" id="{0C28A31D-D3C9-407B-B2F1-52FD9ECF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콘텐츠별 조건 기준으로 최종 판단</a:t>
            </a:r>
          </a:p>
        </p:txBody>
      </p:sp>
      <p:sp>
        <p:nvSpPr>
          <p:cNvPr id="19" name="s5-box-3">
            <a:extLst xmlns:a="http://schemas.openxmlformats.org/drawingml/2006/main">
              <a:ext uri="{FF2B5EF4-FFF2-40B4-BE49-F238E27FC236}">
                <a16:creationId xmlns:a16="http://schemas.microsoft.com/office/drawing/2014/main" id="{1CE16177-579C-410A-8D28-95098A8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5-num-3">
            <a:extLst xmlns:a="http://schemas.openxmlformats.org/drawingml/2006/main">
              <a:ext uri="{FF2B5EF4-FFF2-40B4-BE49-F238E27FC236}">
                <a16:creationId xmlns:a16="http://schemas.microsoft.com/office/drawing/2014/main" id="{26E12F70-DC80-4996-BDA0-D813A49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1" name="s5-title-3">
            <a:extLst xmlns:a="http://schemas.openxmlformats.org/drawingml/2006/main">
              <a:ext uri="{FF2B5EF4-FFF2-40B4-BE49-F238E27FC236}">
                <a16:creationId xmlns:a16="http://schemas.microsoft.com/office/drawing/2014/main" id="{E258A2F6-3239-467E-9310-63FCECB8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결과 데이터</a:t>
            </a:r>
          </a:p>
        </p:txBody>
      </p:sp>
      <p:sp>
        <p:nvSpPr>
          <p:cNvPr id="22" name="s5-body-3">
            <a:extLst xmlns:a="http://schemas.openxmlformats.org/drawingml/2006/main">
              <a:ext uri="{FF2B5EF4-FFF2-40B4-BE49-F238E27FC236}">
                <a16:creationId xmlns:a16="http://schemas.microsoft.com/office/drawing/2014/main" id="{7D2E4D2E-CBFA-4B45-B0A3-0F814CB6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결과유형·규격·정산문맥을 구조화</a:t>
            </a:r>
          </a:p>
        </p:txBody>
      </p:sp>
      <p:sp>
        <p:nvSpPr>
          <p:cNvPr id="23" name="s5-box-4">
            <a:extLst xmlns:a="http://schemas.openxmlformats.org/drawingml/2006/main">
              <a:ext uri="{FF2B5EF4-FFF2-40B4-BE49-F238E27FC236}">
                <a16:creationId xmlns:a16="http://schemas.microsoft.com/office/drawing/2014/main" id="{86C73CE9-26CA-4591-99FE-7FADFEC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s5-num-4">
            <a:extLst xmlns:a="http://schemas.openxmlformats.org/drawingml/2006/main">
              <a:ext uri="{FF2B5EF4-FFF2-40B4-BE49-F238E27FC236}">
                <a16:creationId xmlns:a16="http://schemas.microsoft.com/office/drawing/2014/main" id="{D9658925-C2D5-4CB2-8AE3-9C2CF53E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s5-title-4">
            <a:extLst xmlns:a="http://schemas.openxmlformats.org/drawingml/2006/main">
              <a:ext uri="{FF2B5EF4-FFF2-40B4-BE49-F238E27FC236}">
                <a16:creationId xmlns:a16="http://schemas.microsoft.com/office/drawing/2014/main" id="{5A975796-19EA-49F5-B8DF-3E033BF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863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확인·권한</a:t>
            </a:r>
          </a:p>
        </p:txBody>
      </p:sp>
      <p:sp>
        <p:nvSpPr>
          <p:cNvPr id="26" name="s5-body-4">
            <a:extLst xmlns:a="http://schemas.openxmlformats.org/drawingml/2006/main">
              <a:ext uri="{FF2B5EF4-FFF2-40B4-BE49-F238E27FC236}">
                <a16:creationId xmlns:a16="http://schemas.microsoft.com/office/drawing/2014/main" id="{A1AAAA1E-F439-497C-9740-9EDED31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101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규칙·고유정책 확인 후 수락 기록·발급</a:t>
            </a:r>
          </a:p>
        </p:txBody>
      </p:sp>
      <p:sp>
        <p:nvSpPr>
          <p:cNvPr id="27" name="s5-box-5">
            <a:extLst xmlns:a="http://schemas.openxmlformats.org/drawingml/2006/main">
              <a:ext uri="{FF2B5EF4-FFF2-40B4-BE49-F238E27FC236}">
                <a16:creationId xmlns:a16="http://schemas.microsoft.com/office/drawing/2014/main" id="{AF84C838-3666-4FEF-8908-58A08251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5-num-5">
            <a:extLst xmlns:a="http://schemas.openxmlformats.org/drawingml/2006/main">
              <a:ext uri="{FF2B5EF4-FFF2-40B4-BE49-F238E27FC236}">
                <a16:creationId xmlns:a16="http://schemas.microsoft.com/office/drawing/2014/main" id="{0FD2F4AF-FA18-4A9A-BBB9-87B53D4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9" name="s5-title-5">
            <a:extLst xmlns:a="http://schemas.openxmlformats.org/drawingml/2006/main">
              <a:ext uri="{FF2B5EF4-FFF2-40B4-BE49-F238E27FC236}">
                <a16:creationId xmlns:a16="http://schemas.microsoft.com/office/drawing/2014/main" id="{9C3B14E5-AF6F-43E9-9A18-A812BB7A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구성 검증</a:t>
            </a:r>
          </a:p>
        </p:txBody>
      </p:sp>
      <p:sp>
        <p:nvSpPr>
          <p:cNvPr id="30" name="s5-body-5">
            <a:extLst xmlns:a="http://schemas.openxmlformats.org/drawingml/2006/main">
              <a:ext uri="{FF2B5EF4-FFF2-40B4-BE49-F238E27FC236}">
                <a16:creationId xmlns:a16="http://schemas.microsoft.com/office/drawing/2014/main" id="{7B256FC5-8F9A-4CEF-AE9A-AF17D307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검증집합·버전·단말 능력과 대조</a:t>
            </a:r>
          </a:p>
        </p:txBody>
      </p:sp>
      <p:sp>
        <p:nvSpPr>
          <p:cNvPr id="31" name="s5-box-6">
            <a:extLst xmlns:a="http://schemas.openxmlformats.org/drawingml/2006/main">
              <a:ext uri="{FF2B5EF4-FFF2-40B4-BE49-F238E27FC236}">
                <a16:creationId xmlns:a16="http://schemas.microsoft.com/office/drawing/2014/main" id="{AD960CD0-F2B9-45CC-B869-5C385845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291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s5-num-6">
            <a:extLst xmlns:a="http://schemas.openxmlformats.org/drawingml/2006/main">
              <a:ext uri="{FF2B5EF4-FFF2-40B4-BE49-F238E27FC236}">
                <a16:creationId xmlns:a16="http://schemas.microsoft.com/office/drawing/2014/main" id="{B8733EED-8C43-4329-B8CE-7F0FACD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815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3" name="s5-title-6">
            <a:extLst xmlns:a="http://schemas.openxmlformats.org/drawingml/2006/main">
              <a:ext uri="{FF2B5EF4-FFF2-40B4-BE49-F238E27FC236}">
                <a16:creationId xmlns:a16="http://schemas.microsoft.com/office/drawing/2014/main" id="{28309E0A-94DD-4A44-A8CA-6D6EB69A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즉시 재생</a:t>
            </a:r>
          </a:p>
        </p:txBody>
      </p:sp>
      <p:sp>
        <p:nvSpPr>
          <p:cNvPr id="34" name="s5-body-6">
            <a:extLst xmlns:a="http://schemas.openxmlformats.org/drawingml/2006/main">
              <a:ext uri="{FF2B5EF4-FFF2-40B4-BE49-F238E27FC236}">
                <a16:creationId xmlns:a16="http://schemas.microsoft.com/office/drawing/2014/main" id="{B5854F4B-15F0-4655-BBAC-01487DC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검증된 동적 재생정보만 플레이어로 전달</a:t>
            </a:r>
          </a:p>
        </p:txBody>
      </p:sp>
      <p:sp>
        <p:nvSpPr>
          <p:cNvPr id="35" name="s5-a1">
            <a:extLst xmlns:a="http://schemas.openxmlformats.org/drawingml/2006/main">
              <a:ext uri="{FF2B5EF4-FFF2-40B4-BE49-F238E27FC236}">
                <a16:creationId xmlns:a16="http://schemas.microsoft.com/office/drawing/2014/main" id="{69E6C775-0253-4660-819E-4BC63042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6" name="s5-a2">
            <a:extLst xmlns:a="http://schemas.openxmlformats.org/drawingml/2006/main">
              <a:ext uri="{FF2B5EF4-FFF2-40B4-BE49-F238E27FC236}">
                <a16:creationId xmlns:a16="http://schemas.microsoft.com/office/drawing/2014/main" id="{7BBF7560-BC90-49BF-8BC9-2B425B7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7" name="s5-a3">
            <a:extLst xmlns:a="http://schemas.openxmlformats.org/drawingml/2006/main">
              <a:ext uri="{FF2B5EF4-FFF2-40B4-BE49-F238E27FC236}">
                <a16:creationId xmlns:a16="http://schemas.microsoft.com/office/drawing/2014/main" id="{0D3250A1-5CE8-4843-814B-A3AD6964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s5-down">
            <a:extLst xmlns:a="http://schemas.openxmlformats.org/drawingml/2006/main">
              <a:ext uri="{FF2B5EF4-FFF2-40B4-BE49-F238E27FC236}">
                <a16:creationId xmlns:a16="http://schemas.microsoft.com/office/drawing/2014/main" id="{E06CDC06-C2AD-40E7-B8F3-E0CA1D7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24250"/>
            <a:ext cx="38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39" name="s5-a5">
            <a:extLst xmlns:a="http://schemas.openxmlformats.org/drawingml/2006/main">
              <a:ext uri="{FF2B5EF4-FFF2-40B4-BE49-F238E27FC236}">
                <a16:creationId xmlns:a16="http://schemas.microsoft.com/office/drawing/2014/main" id="{2E14093D-8DDC-4816-89B8-41DD6EE9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←</a:t>
            </a:r>
          </a:p>
        </p:txBody>
      </p:sp>
      <p:sp>
        <p:nvSpPr>
          <p:cNvPr id="40" name="s5-a6">
            <a:extLst xmlns:a="http://schemas.openxmlformats.org/drawingml/2006/main">
              <a:ext uri="{FF2B5EF4-FFF2-40B4-BE49-F238E27FC236}">
                <a16:creationId xmlns:a16="http://schemas.microsoft.com/office/drawing/2014/main" id="{42A5F575-AB2A-4035-8B02-9E7D17D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672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←</a:t>
            </a:r>
          </a:p>
        </p:txBody>
      </p:sp>
      <p:sp>
        <p:nvSpPr>
          <p:cNvPr id="41" name="s5-stop">
            <a:extLst xmlns:a="http://schemas.openxmlformats.org/drawingml/2006/main">
              <a:ext uri="{FF2B5EF4-FFF2-40B4-BE49-F238E27FC236}">
                <a16:creationId xmlns:a16="http://schemas.microsoft.com/office/drawing/2014/main" id="{A4DB9F6E-99F8-4B09-84F6-CF4AB766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미충족·거절·불일치 시 즉시 차단</a:t>
            </a:r>
          </a:p>
        </p:txBody>
      </p:sp>
    </p:spTree>
    <p:extLst>
      <p:ext uri="{BB962C8B-B14F-4D97-AF65-F5344CB8AC3E}">
        <p14:creationId xmlns:p14="http://schemas.microsoft.com/office/powerpoint/2010/main" val="1617086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6">
            <a:extLst xmlns:a="http://schemas.openxmlformats.org/drawingml/2006/main">
              <a:ext uri="{FF2B5EF4-FFF2-40B4-BE49-F238E27FC236}">
                <a16:creationId xmlns:a16="http://schemas.microsoft.com/office/drawing/2014/main" id="{724618B9-B5E7-44A4-85B3-207092E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05 · CONDITION PROFILES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65A113B-34CB-4B97-9539-DF0F1CED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조건은 달라도 권한 요청 구조는 하나다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790C13A4-D51C-4342-ABA2-189246FA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0D0423EA-636B-48EE-AACD-4D0700F7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834A8F16-D323-4606-828D-DFA08D1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s6-lead">
            <a:extLst xmlns:a="http://schemas.openxmlformats.org/drawingml/2006/main">
              <a:ext uri="{FF2B5EF4-FFF2-40B4-BE49-F238E27FC236}">
                <a16:creationId xmlns:a16="http://schemas.microsoft.com/office/drawing/2014/main" id="{807ED1E2-FB8C-454B-9FB0-275EFF39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콘텐츠별 결과 프로파일이 ‘무엇을 증명하고, 어떻게 처리할지’를 고정한다.</a:t>
            </a:r>
          </a:p>
        </p:txBody>
      </p:sp>
      <p:sp>
        <p:nvSpPr>
          <p:cNvPr id="7" name="s6-panel-0">
            <a:extLst xmlns:a="http://schemas.openxmlformats.org/drawingml/2006/main">
              <a:ext uri="{FF2B5EF4-FFF2-40B4-BE49-F238E27FC236}">
                <a16:creationId xmlns:a16="http://schemas.microsoft.com/office/drawing/2014/main" id="{B6F5F442-BA6C-42BE-864B-16D49CF3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548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6-top-0">
            <a:extLst xmlns:a="http://schemas.openxmlformats.org/drawingml/2006/main">
              <a:ext uri="{FF2B5EF4-FFF2-40B4-BE49-F238E27FC236}">
                <a16:creationId xmlns:a16="http://schemas.microsoft.com/office/drawing/2014/main" id="{194FE10A-21C8-4735-909A-BB599DB6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548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6-title-0">
            <a:extLst xmlns:a="http://schemas.openxmlformats.org/drawingml/2006/main">
              <a:ext uri="{FF2B5EF4-FFF2-40B4-BE49-F238E27FC236}">
                <a16:creationId xmlns:a16="http://schemas.microsoft.com/office/drawing/2014/main" id="{1A027A89-E2DA-4EA0-A506-D262D21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광고 시청</a:t>
            </a:r>
          </a:p>
        </p:txBody>
      </p:sp>
      <p:sp>
        <p:nvSpPr>
          <p:cNvPr id="10" name="s6-evidence-label-0">
            <a:extLst xmlns:a="http://schemas.openxmlformats.org/drawingml/2006/main">
              <a:ext uri="{FF2B5EF4-FFF2-40B4-BE49-F238E27FC236}">
                <a16:creationId xmlns:a16="http://schemas.microsoft.com/office/drawing/2014/main" id="{D9A042E0-6B68-46F2-856D-C4E44948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조건 결과 데이터</a:t>
            </a:r>
          </a:p>
        </p:txBody>
      </p:sp>
      <p:sp>
        <p:nvSpPr>
          <p:cNvPr id="11" name="s6-evidence-0">
            <a:extLst xmlns:a="http://schemas.openxmlformats.org/drawingml/2006/main">
              <a:ext uri="{FF2B5EF4-FFF2-40B4-BE49-F238E27FC236}">
                <a16:creationId xmlns:a16="http://schemas.microsoft.com/office/drawing/2014/main" id="{0F24445C-5BF8-4632-87AD-6D505B2D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2933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광고·캠페인 ID
완료시각·정산규칙</a:t>
            </a:r>
          </a:p>
        </p:txBody>
      </p:sp>
      <p:sp>
        <p:nvSpPr>
          <p:cNvPr id="12" name="s6-state-label-0">
            <a:extLst xmlns:a="http://schemas.openxmlformats.org/drawingml/2006/main">
              <a:ext uri="{FF2B5EF4-FFF2-40B4-BE49-F238E27FC236}">
                <a16:creationId xmlns:a16="http://schemas.microsoft.com/office/drawing/2014/main" id="{C285162A-F7DB-497C-919D-7D07F4F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초기 처리상태</a:t>
            </a:r>
          </a:p>
        </p:txBody>
      </p:sp>
      <p:sp>
        <p:nvSpPr>
          <p:cNvPr id="13" name="s6-state-0">
            <a:extLst xmlns:a="http://schemas.openxmlformats.org/drawingml/2006/main">
              <a:ext uri="{FF2B5EF4-FFF2-40B4-BE49-F238E27FC236}">
                <a16:creationId xmlns:a16="http://schemas.microsoft.com/office/drawing/2014/main" id="{89F1D94F-D29C-44EB-B62C-AF7E071C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광고 정산대기</a:t>
            </a:r>
          </a:p>
        </p:txBody>
      </p:sp>
      <p:sp>
        <p:nvSpPr>
          <p:cNvPr id="14" name="s6-panel-1">
            <a:extLst xmlns:a="http://schemas.openxmlformats.org/drawingml/2006/main">
              <a:ext uri="{FF2B5EF4-FFF2-40B4-BE49-F238E27FC236}">
                <a16:creationId xmlns:a16="http://schemas.microsoft.com/office/drawing/2014/main" id="{039B08B2-79F9-4F8A-A576-F45FC73D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548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6-top-1">
            <a:extLst xmlns:a="http://schemas.openxmlformats.org/drawingml/2006/main">
              <a:ext uri="{FF2B5EF4-FFF2-40B4-BE49-F238E27FC236}">
                <a16:creationId xmlns:a16="http://schemas.microsoft.com/office/drawing/2014/main" id="{B5A2FC22-8DD4-49E8-BFC1-FD7713AB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548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title-1">
            <a:extLst xmlns:a="http://schemas.openxmlformats.org/drawingml/2006/main">
              <a:ext uri="{FF2B5EF4-FFF2-40B4-BE49-F238E27FC236}">
                <a16:creationId xmlns:a16="http://schemas.microsoft.com/office/drawing/2014/main" id="{6C013CFC-ABCC-4311-A633-74A316F1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사용자 결제</a:t>
            </a:r>
          </a:p>
        </p:txBody>
      </p:sp>
      <p:sp>
        <p:nvSpPr>
          <p:cNvPr id="17" name="s6-evidence-label-1">
            <a:extLst xmlns:a="http://schemas.openxmlformats.org/drawingml/2006/main">
              <a:ext uri="{FF2B5EF4-FFF2-40B4-BE49-F238E27FC236}">
                <a16:creationId xmlns:a16="http://schemas.microsoft.com/office/drawing/2014/main" id="{4CEDA705-0DB5-475F-B42D-ACE177D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조건 결과 데이터</a:t>
            </a:r>
          </a:p>
        </p:txBody>
      </p:sp>
      <p:sp>
        <p:nvSpPr>
          <p:cNvPr id="18" name="s6-evidence-1">
            <a:extLst xmlns:a="http://schemas.openxmlformats.org/drawingml/2006/main">
              <a:ext uri="{FF2B5EF4-FFF2-40B4-BE49-F238E27FC236}">
                <a16:creationId xmlns:a16="http://schemas.microsoft.com/office/drawing/2014/main" id="{6DB2CE57-99CE-43B9-9715-A0E88E63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2933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승인 ID·금액·통화
승인시각·정산규칙</a:t>
            </a:r>
          </a:p>
        </p:txBody>
      </p:sp>
      <p:sp>
        <p:nvSpPr>
          <p:cNvPr id="19" name="s6-state-label-1">
            <a:extLst xmlns:a="http://schemas.openxmlformats.org/drawingml/2006/main">
              <a:ext uri="{FF2B5EF4-FFF2-40B4-BE49-F238E27FC236}">
                <a16:creationId xmlns:a16="http://schemas.microsoft.com/office/drawing/2014/main" id="{1F820D45-FFF7-4985-8B08-CB6196B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초기 처리상태</a:t>
            </a:r>
          </a:p>
        </p:txBody>
      </p:sp>
      <p:sp>
        <p:nvSpPr>
          <p:cNvPr id="20" name="s6-state-1">
            <a:extLst xmlns:a="http://schemas.openxmlformats.org/drawingml/2006/main">
              <a:ext uri="{FF2B5EF4-FFF2-40B4-BE49-F238E27FC236}">
                <a16:creationId xmlns:a16="http://schemas.microsoft.com/office/drawing/2014/main" id="{5C9B5CB4-2B2D-467B-9C4A-4F336B7C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03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결제 정산대기</a:t>
            </a:r>
          </a:p>
        </p:txBody>
      </p:sp>
      <p:sp>
        <p:nvSpPr>
          <p:cNvPr id="21" name="s6-panel-2">
            <a:extLst xmlns:a="http://schemas.openxmlformats.org/drawingml/2006/main">
              <a:ext uri="{FF2B5EF4-FFF2-40B4-BE49-F238E27FC236}">
                <a16:creationId xmlns:a16="http://schemas.microsoft.com/office/drawing/2014/main" id="{C8219E7E-571C-4E02-9D3B-EEDE45B9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48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6-top-2">
            <a:extLst xmlns:a="http://schemas.openxmlformats.org/drawingml/2006/main">
              <a:ext uri="{FF2B5EF4-FFF2-40B4-BE49-F238E27FC236}">
                <a16:creationId xmlns:a16="http://schemas.microsoft.com/office/drawing/2014/main" id="{B11CAB24-520A-4484-A67F-D69DA45F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48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6-title-2">
            <a:extLst xmlns:a="http://schemas.openxmlformats.org/drawingml/2006/main">
              <a:ext uri="{FF2B5EF4-FFF2-40B4-BE49-F238E27FC236}">
                <a16:creationId xmlns:a16="http://schemas.microsoft.com/office/drawing/2014/main" id="{5428007C-3FD8-444F-B8E4-89F55D0E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A65E0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A65E00"/>
                </a:solidFill>
                <a:latin typeface="Noto Sans KR"/>
                <a:ea typeface="Noto Sans KR"/>
                <a:cs typeface="Noto Sans KR"/>
              </a:rPr>
              <a:t>플랫폼 부담 프로모션</a:t>
            </a:r>
          </a:p>
        </p:txBody>
      </p:sp>
      <p:sp>
        <p:nvSpPr>
          <p:cNvPr id="24" name="s6-evidence-label-2">
            <a:extLst xmlns:a="http://schemas.openxmlformats.org/drawingml/2006/main">
              <a:ext uri="{FF2B5EF4-FFF2-40B4-BE49-F238E27FC236}">
                <a16:creationId xmlns:a16="http://schemas.microsoft.com/office/drawing/2014/main" id="{D5195EA4-42DC-4960-B876-42A6F3E3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조건 결과 데이터</a:t>
            </a:r>
          </a:p>
        </p:txBody>
      </p:sp>
      <p:sp>
        <p:nvSpPr>
          <p:cNvPr id="25" name="s6-evidence-2">
            <a:extLst xmlns:a="http://schemas.openxmlformats.org/drawingml/2006/main">
              <a:ext uri="{FF2B5EF4-FFF2-40B4-BE49-F238E27FC236}">
                <a16:creationId xmlns:a16="http://schemas.microsoft.com/office/drawing/2014/main" id="{23DF0292-9DD3-4E52-8A6B-0D4311C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2933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캠페인·예산 예약 ID
업체 지급예정 근거</a:t>
            </a:r>
          </a:p>
        </p:txBody>
      </p:sp>
      <p:sp>
        <p:nvSpPr>
          <p:cNvPr id="26" name="s6-state-label-2">
            <a:extLst xmlns:a="http://schemas.openxmlformats.org/drawingml/2006/main">
              <a:ext uri="{FF2B5EF4-FFF2-40B4-BE49-F238E27FC236}">
                <a16:creationId xmlns:a16="http://schemas.microsoft.com/office/drawing/2014/main" id="{58228234-0BB5-445D-B5DE-CB894644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910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초기 처리상태</a:t>
            </a:r>
          </a:p>
        </p:txBody>
      </p:sp>
      <p:sp>
        <p:nvSpPr>
          <p:cNvPr id="27" name="s6-state-2">
            <a:extLst xmlns:a="http://schemas.openxmlformats.org/drawingml/2006/main">
              <a:ext uri="{FF2B5EF4-FFF2-40B4-BE49-F238E27FC236}">
                <a16:creationId xmlns:a16="http://schemas.microsoft.com/office/drawing/2014/main" id="{AEDEA9B2-F7B9-4EC0-B2C7-5845EEBA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1490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A65E0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A65E00"/>
                </a:solidFill>
                <a:latin typeface="Noto Sans KR"/>
                <a:ea typeface="Noto Sans KR"/>
                <a:cs typeface="Noto Sans KR"/>
              </a:rPr>
              <a:t>플랫폼 지급대기</a:t>
            </a:r>
          </a:p>
        </p:txBody>
      </p:sp>
      <p:sp>
        <p:nvSpPr>
          <p:cNvPr id="28" name="s6-panel-3">
            <a:extLst xmlns:a="http://schemas.openxmlformats.org/drawingml/2006/main">
              <a:ext uri="{FF2B5EF4-FFF2-40B4-BE49-F238E27FC236}">
                <a16:creationId xmlns:a16="http://schemas.microsoft.com/office/drawing/2014/main" id="{087E5D05-EBE5-4CF3-AE44-74590BC7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548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6-top-3">
            <a:extLst xmlns:a="http://schemas.openxmlformats.org/drawingml/2006/main">
              <a:ext uri="{FF2B5EF4-FFF2-40B4-BE49-F238E27FC236}">
                <a16:creationId xmlns:a16="http://schemas.microsoft.com/office/drawing/2014/main" id="{28EEBF35-DA49-4EFD-B800-F8B12153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548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6-title-3">
            <a:extLst xmlns:a="http://schemas.openxmlformats.org/drawingml/2006/main">
              <a:ext uri="{FF2B5EF4-FFF2-40B4-BE49-F238E27FC236}">
                <a16:creationId xmlns:a16="http://schemas.microsoft.com/office/drawing/2014/main" id="{500E80D7-33D9-4645-978D-920858E9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부담 무료 프로모션</a:t>
            </a:r>
          </a:p>
        </p:txBody>
      </p:sp>
      <p:sp>
        <p:nvSpPr>
          <p:cNvPr id="31" name="s6-evidence-label-3">
            <a:extLst xmlns:a="http://schemas.openxmlformats.org/drawingml/2006/main">
              <a:ext uri="{FF2B5EF4-FFF2-40B4-BE49-F238E27FC236}">
                <a16:creationId xmlns:a16="http://schemas.microsoft.com/office/drawing/2014/main" id="{87AABEF8-6338-4D2A-8030-A72457F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조건 결과 데이터</a:t>
            </a:r>
          </a:p>
        </p:txBody>
      </p:sp>
      <p:sp>
        <p:nvSpPr>
          <p:cNvPr id="32" name="s6-evidence-3">
            <a:extLst xmlns:a="http://schemas.openxmlformats.org/drawingml/2006/main">
              <a:ext uri="{FF2B5EF4-FFF2-40B4-BE49-F238E27FC236}">
                <a16:creationId xmlns:a16="http://schemas.microsoft.com/office/drawing/2014/main" id="{AED78244-F38B-4135-BC7A-6AA9D8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2933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캠페인·적격성
플랫폼 비용부담 없음</a:t>
            </a:r>
          </a:p>
        </p:txBody>
      </p:sp>
      <p:sp>
        <p:nvSpPr>
          <p:cNvPr id="33" name="s6-state-label-3">
            <a:extLst xmlns:a="http://schemas.openxmlformats.org/drawingml/2006/main">
              <a:ext uri="{FF2B5EF4-FFF2-40B4-BE49-F238E27FC236}">
                <a16:creationId xmlns:a16="http://schemas.microsoft.com/office/drawing/2014/main" id="{675F43FE-5E71-41ED-B53D-73ABF84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910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초기 처리상태</a:t>
            </a:r>
          </a:p>
        </p:txBody>
      </p:sp>
      <p:sp>
        <p:nvSpPr>
          <p:cNvPr id="34" name="s6-state-3">
            <a:extLst xmlns:a="http://schemas.openxmlformats.org/drawingml/2006/main">
              <a:ext uri="{FF2B5EF4-FFF2-40B4-BE49-F238E27FC236}">
                <a16:creationId xmlns:a16="http://schemas.microsoft.com/office/drawing/2014/main" id="{EEB52A42-793D-403A-963A-7ECBFDB8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1490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NO_SETTLEMENT</a:t>
            </a:r>
          </a:p>
        </p:txBody>
      </p:sp>
    </p:spTree>
    <p:extLst>
      <p:ext uri="{BB962C8B-B14F-4D97-AF65-F5344CB8AC3E}">
        <p14:creationId xmlns:p14="http://schemas.microsoft.com/office/powerpoint/2010/main" val="1696387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7">
            <a:extLst xmlns:a="http://schemas.openxmlformats.org/drawingml/2006/main">
              <a:ext uri="{FF2B5EF4-FFF2-40B4-BE49-F238E27FC236}">
                <a16:creationId xmlns:a16="http://schemas.microsoft.com/office/drawing/2014/main" id="{E3B27E85-F25D-443C-A2A0-1485D991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06 · RESPONSIBILITY BOUNDARY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DBCF1EF-8BAA-44B2-8902-3139C8E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 조건 판정과 업체 권한 판단은 다르다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9CBEF376-DB84-4976-95CB-E91CBB05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E3C5B703-FF59-4726-86F3-66EEF0E5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2F43488D-F89D-431B-AB13-C83EC68F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s7-left">
            <a:extLst xmlns:a="http://schemas.openxmlformats.org/drawingml/2006/main">
              <a:ext uri="{FF2B5EF4-FFF2-40B4-BE49-F238E27FC236}">
                <a16:creationId xmlns:a16="http://schemas.microsoft.com/office/drawing/2014/main" id="{63274EE0-80C9-4419-9B27-A28DBEB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857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s7-right">
            <a:extLst xmlns:a="http://schemas.openxmlformats.org/drawingml/2006/main">
              <a:ext uri="{FF2B5EF4-FFF2-40B4-BE49-F238E27FC236}">
                <a16:creationId xmlns:a16="http://schemas.microsoft.com/office/drawing/2014/main" id="{0FB776C2-FCD6-4DAD-BF9E-32074832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95450"/>
            <a:ext cx="4857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B8F2B5BC-7D78-4697-A508-983ABE9F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19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플랫폼이 판단한다</a:t>
            </a:r>
          </a:p>
        </p:txBody>
      </p:sp>
      <p:sp>
        <p:nvSpPr>
          <p:cNvPr id="9" name="s7-left-list">
            <a:extLst xmlns:a="http://schemas.openxmlformats.org/drawingml/2006/main">
              <a:ext uri="{FF2B5EF4-FFF2-40B4-BE49-F238E27FC236}">
                <a16:creationId xmlns:a16="http://schemas.microsoft.com/office/drawing/2014/main" id="{9F578B25-DB2D-4080-9C7B-D6AE1D0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0005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• 원천 결과 수집
• 콘텐츠별 조건 기준 적용
• 조건 충족 여부 최종 판정
• 조건 결과 데이터 생성</a:t>
            </a:r>
          </a:p>
        </p:txBody>
      </p:sp>
      <p:sp>
        <p:nvSpPr>
          <p:cNvPr id="10" name="s7-left-not">
            <a:extLst xmlns:a="http://schemas.openxmlformats.org/drawingml/2006/main">
              <a:ext uri="{FF2B5EF4-FFF2-40B4-BE49-F238E27FC236}">
                <a16:creationId xmlns:a16="http://schemas.microsoft.com/office/drawing/2014/main" id="{591FA27B-A60D-41D2-9B7A-5466FB8B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00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판단하지 않음
지역·기간·계약·동시시청 등 업체 고유 권한</a:t>
            </a:r>
          </a:p>
        </p:txBody>
      </p:sp>
      <p:sp>
        <p:nvSpPr>
          <p:cNvPr id="11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0F1963AA-36F9-462C-AC7A-19DA9C72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419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VOD 업체가 판단한다</a:t>
            </a:r>
          </a:p>
        </p:txBody>
      </p:sp>
      <p:sp>
        <p:nvSpPr>
          <p:cNvPr id="12" name="s7-right-list">
            <a:extLst xmlns:a="http://schemas.openxmlformats.org/drawingml/2006/main">
              <a:ext uri="{FF2B5EF4-FFF2-40B4-BE49-F238E27FC236}">
                <a16:creationId xmlns:a16="http://schemas.microsoft.com/office/drawing/2014/main" id="{526C877A-A639-42DB-904E-D1E5D9A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4095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• 결과 규칙·버전 확인
• 콘텐츠 고유 권한정책 적용
• 수락·거절과 처리상태 기록
• 수락된 요청에 한시 권한 발급</a:t>
            </a:r>
          </a:p>
        </p:txBody>
      </p:sp>
      <p:sp>
        <p:nvSpPr>
          <p:cNvPr id="13" name="s7-right-not">
            <a:extLst xmlns:a="http://schemas.openxmlformats.org/drawingml/2006/main">
              <a:ext uri="{FF2B5EF4-FFF2-40B4-BE49-F238E27FC236}">
                <a16:creationId xmlns:a16="http://schemas.microsoft.com/office/drawing/2014/main" id="{628C9AD9-A09D-4A5B-A03C-E5FB202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00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판단하지 않음
플랫폼 조건의 충족 여부·추천순위</a:t>
            </a:r>
          </a:p>
        </p:txBody>
      </p:sp>
      <p:sp>
        <p:nvSpPr>
          <p:cNvPr id="14" name="s7-arrow">
            <a:extLst xmlns:a="http://schemas.openxmlformats.org/drawingml/2006/main">
              <a:ext uri="{FF2B5EF4-FFF2-40B4-BE49-F238E27FC236}">
                <a16:creationId xmlns:a16="http://schemas.microsoft.com/office/drawing/2014/main" id="{EB953BDE-E4C6-41D4-95D1-E7E542B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38450"/>
            <a:ext cx="95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s7-handoff">
            <a:extLst xmlns:a="http://schemas.openxmlformats.org/drawingml/2006/main">
              <a:ext uri="{FF2B5EF4-FFF2-40B4-BE49-F238E27FC236}">
                <a16:creationId xmlns:a16="http://schemas.microsoft.com/office/drawing/2014/main" id="{34031CA0-89C9-4D99-98AF-88DA3B6B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52800"/>
            <a:ext cx="123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구조화된
조건 결과 데이터</a:t>
            </a:r>
          </a:p>
        </p:txBody>
      </p:sp>
      <p:sp>
        <p:nvSpPr>
          <p:cNvPr id="16" name="s7-bottom">
            <a:extLst xmlns:a="http://schemas.openxmlformats.org/drawingml/2006/main">
              <a:ext uri="{FF2B5EF4-FFF2-40B4-BE49-F238E27FC236}">
                <a16:creationId xmlns:a16="http://schemas.microsoft.com/office/drawing/2014/main" id="{898080B3-96D0-4BAB-88C7-B08A1D24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38800"/>
            <a:ext cx="7505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bottom-text">
            <a:extLst xmlns:a="http://schemas.openxmlformats.org/drawingml/2006/main">
              <a:ext uri="{FF2B5EF4-FFF2-40B4-BE49-F238E27FC236}">
                <a16:creationId xmlns:a16="http://schemas.microsoft.com/office/drawing/2014/main" id="{2BBBF963-0DD3-4D1D-B640-473AF6A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704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플랫폼 판정 ≠ 원 콘텐츠 권한   ·   업체 수락 후에만 재생권한 발급</a:t>
            </a:r>
          </a:p>
        </p:txBody>
      </p:sp>
    </p:spTree>
    <p:extLst>
      <p:ext uri="{BB962C8B-B14F-4D97-AF65-F5344CB8AC3E}">
        <p14:creationId xmlns:p14="http://schemas.microsoft.com/office/powerpoint/2010/main" val="1296273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8">
            <a:extLst xmlns:a="http://schemas.openxmlformats.org/drawingml/2006/main">
              <a:ext uri="{FF2B5EF4-FFF2-40B4-BE49-F238E27FC236}">
                <a16:creationId xmlns:a16="http://schemas.microsoft.com/office/drawing/2014/main" id="{C9608C00-5C86-4CFB-A4EF-1AF52A35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07 · VERIFIED PLAYBACK GATE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773F0C6-04A8-4C21-BB50-5FF344DF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검증집합 밖의 구성은 토큰이 있어도 차단한다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CDBBE6B0-2BE1-4893-9E66-1AEDD92B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DC452C19-8199-4168-81A6-41609016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D15DCED0-8195-47D8-BFBE-2B6385A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s8-lead">
            <a:extLst xmlns:a="http://schemas.openxmlformats.org/drawingml/2006/main">
              <a:ext uri="{FF2B5EF4-FFF2-40B4-BE49-F238E27FC236}">
                <a16:creationId xmlns:a16="http://schemas.microsoft.com/office/drawing/2014/main" id="{59E38925-439E-42DB-8D5E-5919BCC7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세션 URL·토큰은 바뀔 수 있지만, 정적 구성과 프로필 버전은 검증 기준을 넘어설 수 없다.</a:t>
            </a:r>
          </a:p>
        </p:txBody>
      </p:sp>
      <p:sp>
        <p:nvSpPr>
          <p:cNvPr id="7" name="s8-input-0">
            <a:extLst xmlns:a="http://schemas.openxmlformats.org/drawingml/2006/main">
              <a:ext uri="{FF2B5EF4-FFF2-40B4-BE49-F238E27FC236}">
                <a16:creationId xmlns:a16="http://schemas.microsoft.com/office/drawing/2014/main" id="{516F162C-7A67-4F5C-9D30-90D51D44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s8-input-title-0">
            <a:extLst xmlns:a="http://schemas.openxmlformats.org/drawingml/2006/main">
              <a:ext uri="{FF2B5EF4-FFF2-40B4-BE49-F238E27FC236}">
                <a16:creationId xmlns:a16="http://schemas.microsoft.com/office/drawing/2014/main" id="{1D6604AA-DF0E-4648-9557-4028D350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628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업체 응답</a:t>
            </a:r>
          </a:p>
        </p:txBody>
      </p:sp>
      <p:sp>
        <p:nvSpPr>
          <p:cNvPr id="9" name="s8-input-body-0">
            <a:extLst xmlns:a="http://schemas.openxmlformats.org/drawingml/2006/main">
              <a:ext uri="{FF2B5EF4-FFF2-40B4-BE49-F238E27FC236}">
                <a16:creationId xmlns:a16="http://schemas.microsoft.com/office/drawing/2014/main" id="{34AE91ED-D3A5-4046-BA18-5C9E4AF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628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실행 구성
프로필·버전
동적 재생정보</a:t>
            </a:r>
          </a:p>
        </p:txBody>
      </p:sp>
      <p:sp>
        <p:nvSpPr>
          <p:cNvPr id="10" name="s8-down-0">
            <a:extLst xmlns:a="http://schemas.openxmlformats.org/drawingml/2006/main">
              <a:ext uri="{FF2B5EF4-FFF2-40B4-BE49-F238E27FC236}">
                <a16:creationId xmlns:a16="http://schemas.microsoft.com/office/drawing/2014/main" id="{420ED4EC-D3B5-4B00-8D28-692ED2FB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33750"/>
            <a:ext cx="45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1" name="s8-input-1">
            <a:extLst xmlns:a="http://schemas.openxmlformats.org/drawingml/2006/main">
              <a:ext uri="{FF2B5EF4-FFF2-40B4-BE49-F238E27FC236}">
                <a16:creationId xmlns:a16="http://schemas.microsoft.com/office/drawing/2014/main" id="{A9F43FB7-DECB-4361-8F68-79DDD322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2" name="s8-input-title-1">
            <a:extLst xmlns:a="http://schemas.openxmlformats.org/drawingml/2006/main">
              <a:ext uri="{FF2B5EF4-FFF2-40B4-BE49-F238E27FC236}">
                <a16:creationId xmlns:a16="http://schemas.microsoft.com/office/drawing/2014/main" id="{082D210A-A1A7-4B5B-88D1-456322ED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2628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검증된 재생구성집합</a:t>
            </a:r>
          </a:p>
        </p:txBody>
      </p:sp>
      <p:sp>
        <p:nvSpPr>
          <p:cNvPr id="13" name="s8-input-body-1">
            <a:extLst xmlns:a="http://schemas.openxmlformats.org/drawingml/2006/main">
              <a:ext uri="{FF2B5EF4-FFF2-40B4-BE49-F238E27FC236}">
                <a16:creationId xmlns:a16="http://schemas.microsoft.com/office/drawing/2014/main" id="{E490E419-DFD4-468F-965E-41DBADA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2628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실제 시험 통과 구성
콘텐츠·프로필·버전</a:t>
            </a:r>
          </a:p>
        </p:txBody>
      </p:sp>
      <p:sp>
        <p:nvSpPr>
          <p:cNvPr id="14" name="s8-down-1">
            <a:extLst xmlns:a="http://schemas.openxmlformats.org/drawingml/2006/main">
              <a:ext uri="{FF2B5EF4-FFF2-40B4-BE49-F238E27FC236}">
                <a16:creationId xmlns:a16="http://schemas.microsoft.com/office/drawing/2014/main" id="{E9544B86-AC1F-4F9E-8942-75B47AD1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45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5" name="s8-input-2">
            <a:extLst xmlns:a="http://schemas.openxmlformats.org/drawingml/2006/main">
              <a:ext uri="{FF2B5EF4-FFF2-40B4-BE49-F238E27FC236}">
                <a16:creationId xmlns:a16="http://schemas.microsoft.com/office/drawing/2014/main" id="{1002962C-22EF-46AA-A4CD-0C2CCCA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087A60"/>
            </a:solidFill>
            <a:prstDash val="solid"/>
          </a:ln>
        </p:spPr>
      </p:sp>
      <p:sp>
        <p:nvSpPr>
          <p:cNvPr id="16" name="s8-input-title-2">
            <a:extLst xmlns:a="http://schemas.openxmlformats.org/drawingml/2006/main">
              <a:ext uri="{FF2B5EF4-FFF2-40B4-BE49-F238E27FC236}">
                <a16:creationId xmlns:a16="http://schemas.microsoft.com/office/drawing/2014/main" id="{2E4837E2-155E-42A8-9478-BE0395B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628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단말 재생 능력</a:t>
            </a:r>
          </a:p>
        </p:txBody>
      </p:sp>
      <p:sp>
        <p:nvSpPr>
          <p:cNvPr id="17" name="s8-input-body-2">
            <a:extLst xmlns:a="http://schemas.openxmlformats.org/drawingml/2006/main">
              <a:ext uri="{FF2B5EF4-FFF2-40B4-BE49-F238E27FC236}">
                <a16:creationId xmlns:a16="http://schemas.microsoft.com/office/drawing/2014/main" id="{524E904C-D94C-4D98-979B-38F44244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628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지원 프로토콜
DRM·코덱·보안 수준</a:t>
            </a:r>
          </a:p>
        </p:txBody>
      </p:sp>
      <p:sp>
        <p:nvSpPr>
          <p:cNvPr id="18" name="s8-down-2">
            <a:extLst xmlns:a="http://schemas.openxmlformats.org/drawingml/2006/main">
              <a:ext uri="{FF2B5EF4-FFF2-40B4-BE49-F238E27FC236}">
                <a16:creationId xmlns:a16="http://schemas.microsoft.com/office/drawing/2014/main" id="{354B17EB-7045-4630-8084-290430F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45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9" name="s8-gate">
            <a:extLst xmlns:a="http://schemas.openxmlformats.org/drawingml/2006/main">
              <a:ext uri="{FF2B5EF4-FFF2-40B4-BE49-F238E27FC236}">
                <a16:creationId xmlns:a16="http://schemas.microsoft.com/office/drawing/2014/main" id="{86C0CA83-B9DC-4F9E-990B-C9BDA01F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86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8-gate-text">
            <a:extLst xmlns:a="http://schemas.openxmlformats.org/drawingml/2006/main">
              <a:ext uri="{FF2B5EF4-FFF2-40B4-BE49-F238E27FC236}">
                <a16:creationId xmlns:a16="http://schemas.microsoft.com/office/drawing/2014/main" id="{B97D6328-8F43-4131-8D91-44D8BBAF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76700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세 입력의 구성·버전·지원범위가 모두 일치하는가?</a:t>
            </a:r>
          </a:p>
        </p:txBody>
      </p:sp>
      <p:sp>
        <p:nvSpPr>
          <p:cNvPr id="21" name="s8-left-arrow">
            <a:extLst xmlns:a="http://schemas.openxmlformats.org/drawingml/2006/main">
              <a:ext uri="{FF2B5EF4-FFF2-40B4-BE49-F238E27FC236}">
                <a16:creationId xmlns:a16="http://schemas.microsoft.com/office/drawing/2014/main" id="{75A0FDBE-4DA0-4810-BDC1-0967223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↙</a:t>
            </a:r>
          </a:p>
        </p:txBody>
      </p:sp>
      <p:sp>
        <p:nvSpPr>
          <p:cNvPr id="22" name="s8-right-arrow">
            <a:extLst xmlns:a="http://schemas.openxmlformats.org/drawingml/2006/main">
              <a:ext uri="{FF2B5EF4-FFF2-40B4-BE49-F238E27FC236}">
                <a16:creationId xmlns:a16="http://schemas.microsoft.com/office/drawing/2014/main" id="{670F6685-ACF9-4987-AF9B-E15D84B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↘</a:t>
            </a:r>
          </a:p>
        </p:txBody>
      </p:sp>
      <p:sp>
        <p:nvSpPr>
          <p:cNvPr id="23" name="s8-success">
            <a:extLst xmlns:a="http://schemas.openxmlformats.org/drawingml/2006/main">
              <a:ext uri="{FF2B5EF4-FFF2-40B4-BE49-F238E27FC236}">
                <a16:creationId xmlns:a16="http://schemas.microsoft.com/office/drawing/2014/main" id="{6C550549-B812-4462-BDA6-D3B8ED75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19050">
            <a:solidFill>
              <a:srgbClr val="087A60"/>
            </a:solidFill>
            <a:prstDash val="solid"/>
          </a:ln>
        </p:spPr>
      </p:sp>
      <p:sp>
        <p:nvSpPr>
          <p:cNvPr id="24" name="s8-success-title">
            <a:extLst xmlns:a="http://schemas.openxmlformats.org/drawingml/2006/main">
              <a:ext uri="{FF2B5EF4-FFF2-40B4-BE49-F238E27FC236}">
                <a16:creationId xmlns:a16="http://schemas.microsoft.com/office/drawing/2014/main" id="{2F338F03-EC97-4703-903B-260F091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959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일치</a:t>
            </a:r>
          </a:p>
        </p:txBody>
      </p:sp>
      <p:sp>
        <p:nvSpPr>
          <p:cNvPr id="25" name="s8-success-body">
            <a:extLst xmlns:a="http://schemas.openxmlformats.org/drawingml/2006/main">
              <a:ext uri="{FF2B5EF4-FFF2-40B4-BE49-F238E27FC236}">
                <a16:creationId xmlns:a16="http://schemas.microsoft.com/office/drawing/2014/main" id="{CF980AD4-8E62-4B34-A356-4DB8921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동적 재생정보 전달 → 즉시 재생</a:t>
            </a:r>
          </a:p>
        </p:txBody>
      </p:sp>
      <p:sp>
        <p:nvSpPr>
          <p:cNvPr id="26" name="s8-success-sub">
            <a:extLst xmlns:a="http://schemas.openxmlformats.org/drawingml/2006/main">
              <a:ext uri="{FF2B5EF4-FFF2-40B4-BE49-F238E27FC236}">
                <a16:creationId xmlns:a16="http://schemas.microsoft.com/office/drawing/2014/main" id="{C2191F75-37AA-42A0-A84C-0FA91BD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세션 URL·토큰은 유효시간 동안 실행영역에서 사용</a:t>
            </a:r>
          </a:p>
        </p:txBody>
      </p:sp>
      <p:sp>
        <p:nvSpPr>
          <p:cNvPr id="27" name="s8-fail">
            <a:extLst xmlns:a="http://schemas.openxmlformats.org/drawingml/2006/main">
              <a:ext uri="{FF2B5EF4-FFF2-40B4-BE49-F238E27FC236}">
                <a16:creationId xmlns:a16="http://schemas.microsoft.com/office/drawing/2014/main" id="{F2BBC32C-D0B1-4C2A-9223-7AF6365E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3"/>
          </a:solidFill>
          <a:ln xmlns:a="http://schemas.openxmlformats.org/drawingml/2006/main" w="19050">
            <a:solidFill>
              <a:srgbClr val="C33A36"/>
            </a:solidFill>
            <a:prstDash val="solid"/>
          </a:ln>
        </p:spPr>
      </p:sp>
      <p:sp>
        <p:nvSpPr>
          <p:cNvPr id="28" name="s8-fail-title">
            <a:extLst xmlns:a="http://schemas.openxmlformats.org/drawingml/2006/main">
              <a:ext uri="{FF2B5EF4-FFF2-40B4-BE49-F238E27FC236}">
                <a16:creationId xmlns:a16="http://schemas.microsoft.com/office/drawing/2014/main" id="{4EE30832-DD4B-4EE1-93AB-1091CBA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95900"/>
            <a:ext cx="78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불일치</a:t>
            </a:r>
          </a:p>
        </p:txBody>
      </p:sp>
      <p:sp>
        <p:nvSpPr>
          <p:cNvPr id="29" name="s8-fail-body">
            <a:extLst xmlns:a="http://schemas.openxmlformats.org/drawingml/2006/main">
              <a:ext uri="{FF2B5EF4-FFF2-40B4-BE49-F238E27FC236}">
                <a16:creationId xmlns:a16="http://schemas.microsoft.com/office/drawing/2014/main" id="{E7F4B4D9-E77A-4ED5-9502-8A8E90C5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959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정보 미전달 → 추천 비활성</a:t>
            </a:r>
          </a:p>
        </p:txBody>
      </p:sp>
      <p:sp>
        <p:nvSpPr>
          <p:cNvPr id="30" name="s8-fail-sub">
            <a:extLst xmlns:a="http://schemas.openxmlformats.org/drawingml/2006/main">
              <a:ext uri="{FF2B5EF4-FFF2-40B4-BE49-F238E27FC236}">
                <a16:creationId xmlns:a16="http://schemas.microsoft.com/office/drawing/2014/main" id="{9347F18E-0DD9-4D7D-B8C2-F5D9C936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57850"/>
            <a:ext cx="3505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UPDATE_REQUIRED 또는
REVERIFICATION_REQUIRED</a:t>
            </a:r>
          </a:p>
        </p:txBody>
      </p:sp>
    </p:spTree>
    <p:extLst>
      <p:ext uri="{BB962C8B-B14F-4D97-AF65-F5344CB8AC3E}">
        <p14:creationId xmlns:p14="http://schemas.microsoft.com/office/powerpoint/2010/main" val="108680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9">
            <a:extLst xmlns:a="http://schemas.openxmlformats.org/drawingml/2006/main">
              <a:ext uri="{FF2B5EF4-FFF2-40B4-BE49-F238E27FC236}">
                <a16:creationId xmlns:a16="http://schemas.microsoft.com/office/drawing/2014/main" id="{4BAD962B-7003-4B6E-8F51-068907D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08 · PATENT CENTER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F3DEBC0-2597-414B-9D11-49498496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권리화의 중심은 기능 목록이 아니라 ‘연쇄’다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F65C1363-5DFE-4122-A24D-46116232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8133395F-D0DD-498D-8C7B-44362E9E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Instant Play · 직무발명 핵심 설명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482434F8-7EC5-461A-9D7B-939A5401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s9-lead">
            <a:extLst xmlns:a="http://schemas.openxmlformats.org/drawingml/2006/main">
              <a:ext uri="{FF2B5EF4-FFF2-40B4-BE49-F238E27FC236}">
                <a16:creationId xmlns:a16="http://schemas.microsoft.com/office/drawing/2014/main" id="{CEB61DD1-E0DD-4831-BE04-323A8749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각 요소는 알려져 있을 수 있다. 차별 가치는 아래 관계가 끊기지 않고 이어지는 데 있다.</a:t>
            </a:r>
          </a:p>
        </p:txBody>
      </p:sp>
      <p:sp>
        <p:nvSpPr>
          <p:cNvPr id="7" name="s9-box-0">
            <a:extLst xmlns:a="http://schemas.openxmlformats.org/drawingml/2006/main">
              <a:ext uri="{FF2B5EF4-FFF2-40B4-BE49-F238E27FC236}">
                <a16:creationId xmlns:a16="http://schemas.microsoft.com/office/drawing/2014/main" id="{2885EB52-0688-4BF2-BF18-B202B18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9-num-0">
            <a:extLst xmlns:a="http://schemas.openxmlformats.org/drawingml/2006/main">
              <a:ext uri="{FF2B5EF4-FFF2-40B4-BE49-F238E27FC236}">
                <a16:creationId xmlns:a16="http://schemas.microsoft.com/office/drawing/2014/main" id="{03FD3C6C-7118-4636-93A6-770F956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s9-title-0">
            <a:extLst xmlns:a="http://schemas.openxmlformats.org/drawingml/2006/main">
              <a:ext uri="{FF2B5EF4-FFF2-40B4-BE49-F238E27FC236}">
                <a16:creationId xmlns:a16="http://schemas.microsoft.com/office/drawing/2014/main" id="{C5FB6531-7F7D-4E5C-A8DB-AC12D4FA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638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조건 + 결과
프로파일</a:t>
            </a:r>
          </a:p>
        </p:txBody>
      </p:sp>
      <p:sp>
        <p:nvSpPr>
          <p:cNvPr id="10" name="s9-body-0">
            <a:extLst xmlns:a="http://schemas.openxmlformats.org/drawingml/2006/main">
              <a:ext uri="{FF2B5EF4-FFF2-40B4-BE49-F238E27FC236}">
                <a16:creationId xmlns:a16="http://schemas.microsoft.com/office/drawing/2014/main" id="{9066FD41-70A1-4E67-9F06-07B281BD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콘텐츠별 규격·확인규칙·처리행위</a:t>
            </a:r>
          </a:p>
        </p:txBody>
      </p:sp>
      <p:sp>
        <p:nvSpPr>
          <p:cNvPr id="11" name="s9-arrow-0">
            <a:extLst xmlns:a="http://schemas.openxmlformats.org/drawingml/2006/main">
              <a:ext uri="{FF2B5EF4-FFF2-40B4-BE49-F238E27FC236}">
                <a16:creationId xmlns:a16="http://schemas.microsoft.com/office/drawing/2014/main" id="{7F9740E7-11FB-4AA7-B37C-8F6DB8FE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81300"/>
            <a:ext cx="30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2" name="s9-box-1">
            <a:extLst xmlns:a="http://schemas.openxmlformats.org/drawingml/2006/main">
              <a:ext uri="{FF2B5EF4-FFF2-40B4-BE49-F238E27FC236}">
                <a16:creationId xmlns:a16="http://schemas.microsoft.com/office/drawing/2014/main" id="{FF4E35BB-8ACC-4505-9F84-10A8A542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62150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9-num-1">
            <a:extLst xmlns:a="http://schemas.openxmlformats.org/drawingml/2006/main">
              <a:ext uri="{FF2B5EF4-FFF2-40B4-BE49-F238E27FC236}">
                <a16:creationId xmlns:a16="http://schemas.microsoft.com/office/drawing/2014/main" id="{6293DF8D-960B-49D7-AB59-B2373B2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s9-title-1">
            <a:extLst xmlns:a="http://schemas.openxmlformats.org/drawingml/2006/main">
              <a:ext uri="{FF2B5EF4-FFF2-40B4-BE49-F238E27FC236}">
                <a16:creationId xmlns:a16="http://schemas.microsoft.com/office/drawing/2014/main" id="{66DB3806-FB90-43D3-AE84-0E0A8BF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638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
최종 판정</a:t>
            </a:r>
          </a:p>
        </p:txBody>
      </p:sp>
      <p:sp>
        <p:nvSpPr>
          <p:cNvPr id="15" name="s9-body-1">
            <a:extLst xmlns:a="http://schemas.openxmlformats.org/drawingml/2006/main">
              <a:ext uri="{FF2B5EF4-FFF2-40B4-BE49-F238E27FC236}">
                <a16:creationId xmlns:a16="http://schemas.microsoft.com/office/drawing/2014/main" id="{F70B3223-B70D-48C0-8E71-7502A63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원천 결과를 콘텐츠별 기준에 적용</a:t>
            </a:r>
          </a:p>
        </p:txBody>
      </p:sp>
      <p:sp>
        <p:nvSpPr>
          <p:cNvPr id="16" name="s9-arrow-1">
            <a:extLst xmlns:a="http://schemas.openxmlformats.org/drawingml/2006/main">
              <a:ext uri="{FF2B5EF4-FFF2-40B4-BE49-F238E27FC236}">
                <a16:creationId xmlns:a16="http://schemas.microsoft.com/office/drawing/2014/main" id="{F8C90AB5-9586-4B67-97D6-EA1BB3C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30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s9-box-2">
            <a:extLst xmlns:a="http://schemas.openxmlformats.org/drawingml/2006/main">
              <a:ext uri="{FF2B5EF4-FFF2-40B4-BE49-F238E27FC236}">
                <a16:creationId xmlns:a16="http://schemas.microsoft.com/office/drawing/2014/main" id="{AED67E90-2BFB-4840-8AB2-8F4133A8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9-num-2">
            <a:extLst xmlns:a="http://schemas.openxmlformats.org/drawingml/2006/main">
              <a:ext uri="{FF2B5EF4-FFF2-40B4-BE49-F238E27FC236}">
                <a16:creationId xmlns:a16="http://schemas.microsoft.com/office/drawing/2014/main" id="{F936782B-19D3-42DA-800A-47973A2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s9-title-2">
            <a:extLst xmlns:a="http://schemas.openxmlformats.org/drawingml/2006/main">
              <a:ext uri="{FF2B5EF4-FFF2-40B4-BE49-F238E27FC236}">
                <a16:creationId xmlns:a16="http://schemas.microsoft.com/office/drawing/2014/main" id="{2481DD07-B929-41C3-A85B-0F2EA858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638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독립 확인
+ 상태 기록</a:t>
            </a:r>
          </a:p>
        </p:txBody>
      </p:sp>
      <p:sp>
        <p:nvSpPr>
          <p:cNvPr id="20" name="s9-body-2">
            <a:extLst xmlns:a="http://schemas.openxmlformats.org/drawingml/2006/main">
              <a:ext uri="{FF2B5EF4-FFF2-40B4-BE49-F238E27FC236}">
                <a16:creationId xmlns:a16="http://schemas.microsoft.com/office/drawing/2014/main" id="{4CCC62AD-FC43-4AEB-B4DF-0F917880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고유 권한정책과 수락·정산상태</a:t>
            </a:r>
          </a:p>
        </p:txBody>
      </p:sp>
      <p:sp>
        <p:nvSpPr>
          <p:cNvPr id="21" name="s9-arrow-2">
            <a:extLst xmlns:a="http://schemas.openxmlformats.org/drawingml/2006/main">
              <a:ext uri="{FF2B5EF4-FFF2-40B4-BE49-F238E27FC236}">
                <a16:creationId xmlns:a16="http://schemas.microsoft.com/office/drawing/2014/main" id="{ACC4B713-768B-4D9D-8A62-8214A29D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30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s9-box-3">
            <a:extLst xmlns:a="http://schemas.openxmlformats.org/drawingml/2006/main">
              <a:ext uri="{FF2B5EF4-FFF2-40B4-BE49-F238E27FC236}">
                <a16:creationId xmlns:a16="http://schemas.microsoft.com/office/drawing/2014/main" id="{9A2A3B71-C765-4794-9F9A-EBEB47AE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62150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9-num-3">
            <a:extLst xmlns:a="http://schemas.openxmlformats.org/drawingml/2006/main">
              <a:ext uri="{FF2B5EF4-FFF2-40B4-BE49-F238E27FC236}">
                <a16:creationId xmlns:a16="http://schemas.microsoft.com/office/drawing/2014/main" id="{3D1E5FC1-F947-476E-94EF-CF3ED510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336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4" name="s9-title-3">
            <a:extLst xmlns:a="http://schemas.openxmlformats.org/drawingml/2006/main">
              <a:ext uri="{FF2B5EF4-FFF2-40B4-BE49-F238E27FC236}">
                <a16:creationId xmlns:a16="http://schemas.microsoft.com/office/drawing/2014/main" id="{5FEEAF88-5275-457A-966C-D6A8A91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1638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한시 권한
발급</a:t>
            </a:r>
          </a:p>
        </p:txBody>
      </p:sp>
      <p:sp>
        <p:nvSpPr>
          <p:cNvPr id="25" name="s9-body-3">
            <a:extLst xmlns:a="http://schemas.openxmlformats.org/drawingml/2006/main">
              <a:ext uri="{FF2B5EF4-FFF2-40B4-BE49-F238E27FC236}">
                <a16:creationId xmlns:a16="http://schemas.microsoft.com/office/drawing/2014/main" id="{9E38FE8C-D8DF-4CEA-8E46-263F758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수락된 거래에만 동적 정보 생성</a:t>
            </a:r>
          </a:p>
        </p:txBody>
      </p:sp>
      <p:sp>
        <p:nvSpPr>
          <p:cNvPr id="26" name="s9-arrow-3">
            <a:extLst xmlns:a="http://schemas.openxmlformats.org/drawingml/2006/main">
              <a:ext uri="{FF2B5EF4-FFF2-40B4-BE49-F238E27FC236}">
                <a16:creationId xmlns:a16="http://schemas.microsoft.com/office/drawing/2014/main" id="{021CE128-638C-4EB9-B129-46E4A40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30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7" name="s9-box-4">
            <a:extLst xmlns:a="http://schemas.openxmlformats.org/drawingml/2006/main">
              <a:ext uri="{FF2B5EF4-FFF2-40B4-BE49-F238E27FC236}">
                <a16:creationId xmlns:a16="http://schemas.microsoft.com/office/drawing/2014/main" id="{21D171E3-79DF-40EC-8D04-E29DB287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981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s9-num-4">
            <a:extLst xmlns:a="http://schemas.openxmlformats.org/drawingml/2006/main">
              <a:ext uri="{FF2B5EF4-FFF2-40B4-BE49-F238E27FC236}">
                <a16:creationId xmlns:a16="http://schemas.microsoft.com/office/drawing/2014/main" id="{416BE1C9-0EBC-4AB9-81BF-FD9C48C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336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9" name="s9-title-4">
            <a:extLst xmlns:a="http://schemas.openxmlformats.org/drawingml/2006/main">
              <a:ext uri="{FF2B5EF4-FFF2-40B4-BE49-F238E27FC236}">
                <a16:creationId xmlns:a16="http://schemas.microsoft.com/office/drawing/2014/main" id="{5AC37DC4-4191-4E97-82A2-F6F3882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638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실행 구성
일치 게이트</a:t>
            </a:r>
          </a:p>
        </p:txBody>
      </p:sp>
      <p:sp>
        <p:nvSpPr>
          <p:cNvPr id="30" name="s9-body-4">
            <a:extLst xmlns:a="http://schemas.openxmlformats.org/drawingml/2006/main">
              <a:ext uri="{FF2B5EF4-FFF2-40B4-BE49-F238E27FC236}">
                <a16:creationId xmlns:a16="http://schemas.microsoft.com/office/drawing/2014/main" id="{B99AD176-D381-47DF-AEC6-A55E58E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검증집합·버전·단말 대조 후 허용</a:t>
            </a:r>
          </a:p>
        </p:txBody>
      </p:sp>
      <p:sp>
        <p:nvSpPr>
          <p:cNvPr id="31" name="s9-claim-rule">
            <a:extLst xmlns:a="http://schemas.openxmlformats.org/drawingml/2006/main">
              <a:ext uri="{FF2B5EF4-FFF2-40B4-BE49-F238E27FC236}">
                <a16:creationId xmlns:a16="http://schemas.microsoft.com/office/drawing/2014/main" id="{77796F0A-B8A9-4641-AA92-75B0EE0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9-claim-label-0">
            <a:extLst xmlns:a="http://schemas.openxmlformats.org/drawingml/2006/main">
              <a:ext uri="{FF2B5EF4-FFF2-40B4-BE49-F238E27FC236}">
                <a16:creationId xmlns:a16="http://schemas.microsoft.com/office/drawing/2014/main" id="{99570607-030A-4D0E-930F-D5D7FAC8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플랫폼 관점</a:t>
            </a:r>
          </a:p>
        </p:txBody>
      </p:sp>
      <p:sp>
        <p:nvSpPr>
          <p:cNvPr id="33" name="s9-claim-body-0">
            <a:extLst xmlns:a="http://schemas.openxmlformats.org/drawingml/2006/main">
              <a:ext uri="{FF2B5EF4-FFF2-40B4-BE49-F238E27FC236}">
                <a16:creationId xmlns:a16="http://schemas.microsoft.com/office/drawing/2014/main" id="{8F5E236A-D271-4EC1-A4D2-EE9CA128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방법·시스템
청구항 1·14</a:t>
            </a:r>
          </a:p>
        </p:txBody>
      </p:sp>
      <p:sp>
        <p:nvSpPr>
          <p:cNvPr id="34" name="s9-claim-label-1">
            <a:extLst xmlns:a="http://schemas.openxmlformats.org/drawingml/2006/main">
              <a:ext uri="{FF2B5EF4-FFF2-40B4-BE49-F238E27FC236}">
                <a16:creationId xmlns:a16="http://schemas.microsoft.com/office/drawing/2014/main" id="{AFA8DFD3-B299-4C21-88D4-A70BD24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244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 관점</a:t>
            </a:r>
          </a:p>
        </p:txBody>
      </p:sp>
      <p:sp>
        <p:nvSpPr>
          <p:cNvPr id="35" name="s9-claim-body-1">
            <a:extLst xmlns:a="http://schemas.openxmlformats.org/drawingml/2006/main">
              <a:ext uri="{FF2B5EF4-FFF2-40B4-BE49-F238E27FC236}">
                <a16:creationId xmlns:a16="http://schemas.microsoft.com/office/drawing/2014/main" id="{925B4FF0-E17D-4F52-A028-43AC8C34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244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권한 제공 방법·시스템
청구항 8·16</a:t>
            </a:r>
          </a:p>
        </p:txBody>
      </p:sp>
      <p:sp>
        <p:nvSpPr>
          <p:cNvPr id="36" name="s9-claim-label-2">
            <a:extLst xmlns:a="http://schemas.openxmlformats.org/drawingml/2006/main">
              <a:ext uri="{FF2B5EF4-FFF2-40B4-BE49-F238E27FC236}">
                <a16:creationId xmlns:a16="http://schemas.microsoft.com/office/drawing/2014/main" id="{FAB19C60-2D31-4D4E-89E3-6C2B422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검증 관점</a:t>
            </a:r>
          </a:p>
        </p:txBody>
      </p:sp>
      <p:sp>
        <p:nvSpPr>
          <p:cNvPr id="37" name="s9-claim-body-2">
            <a:extLst xmlns:a="http://schemas.openxmlformats.org/drawingml/2006/main">
              <a:ext uri="{FF2B5EF4-FFF2-40B4-BE49-F238E27FC236}">
                <a16:creationId xmlns:a16="http://schemas.microsoft.com/office/drawing/2014/main" id="{3EF08CBC-C821-4497-8643-A0276DD5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등록·검증 방법
청구항 11</a:t>
            </a:r>
          </a:p>
        </p:txBody>
      </p:sp>
      <p:sp>
        <p:nvSpPr>
          <p:cNvPr id="38" name="s9-claim-label-3">
            <a:extLst xmlns:a="http://schemas.openxmlformats.org/drawingml/2006/main">
              <a:ext uri="{FF2B5EF4-FFF2-40B4-BE49-F238E27FC236}">
                <a16:creationId xmlns:a16="http://schemas.microsoft.com/office/drawing/2014/main" id="{D205A875-3274-4511-B781-1876461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244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실행 관점</a:t>
            </a:r>
          </a:p>
        </p:txBody>
      </p:sp>
      <p:sp>
        <p:nvSpPr>
          <p:cNvPr id="39" name="s9-claim-body-3">
            <a:extLst xmlns:a="http://schemas.openxmlformats.org/drawingml/2006/main">
              <a:ext uri="{FF2B5EF4-FFF2-40B4-BE49-F238E27FC236}">
                <a16:creationId xmlns:a16="http://schemas.microsoft.com/office/drawing/2014/main" id="{8BDF9614-5F57-4E86-BC71-FE4D0788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244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단말·기록매체
청구항 17·19</a:t>
            </a:r>
          </a:p>
        </p:txBody>
      </p:sp>
      <p:sp>
        <p:nvSpPr>
          <p:cNvPr id="40" name="s9-risk">
            <a:extLst xmlns:a="http://schemas.openxmlformats.org/drawingml/2006/main">
              <a:ext uri="{FF2B5EF4-FFF2-40B4-BE49-F238E27FC236}">
                <a16:creationId xmlns:a16="http://schemas.microsoft.com/office/drawing/2014/main" id="{7AAC5BEC-49F7-42BD-A0D9-B6B64904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C33A3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33A36"/>
                </a:solidFill>
                <a:latin typeface="Noto Sans KR"/>
                <a:ea typeface="Noto Sans KR"/>
                <a:cs typeface="Noto Sans KR"/>
              </a:rPr>
              <a:t>진보성 검토의 핵심 위험: US7711647B2와의 차이는 반드시 ‘전체 연쇄’로 설명</a:t>
            </a:r>
          </a:p>
        </p:txBody>
      </p:sp>
    </p:spTree>
    <p:extLst>
      <p:ext uri="{BB962C8B-B14F-4D97-AF65-F5344CB8AC3E}">
        <p14:creationId xmlns:p14="http://schemas.microsoft.com/office/powerpoint/2010/main" val="718069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10-eyebrow">
            <a:extLst xmlns:a="http://schemas.openxmlformats.org/drawingml/2006/main">
              <a:ext uri="{FF2B5EF4-FFF2-40B4-BE49-F238E27FC236}">
                <a16:creationId xmlns:a16="http://schemas.microsoft.com/office/drawing/2014/main" id="{C8902596-677F-4B08-87A9-6AD24EB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THE INVENTION IN ONE OUTCOME</a:t>
            </a:r>
          </a:p>
        </p:txBody>
      </p:sp>
      <p:sp>
        <p:nvSpPr>
          <p:cNvPr id="2" name="s10-accent">
            <a:extLst xmlns:a="http://schemas.openxmlformats.org/drawingml/2006/main">
              <a:ext uri="{FF2B5EF4-FFF2-40B4-BE49-F238E27FC236}">
                <a16:creationId xmlns:a16="http://schemas.microsoft.com/office/drawing/2014/main" id="{93984CFE-13E7-4E36-9FF6-0CF280FF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44F758FD-23FB-42DE-AEA1-E5C3E88B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5727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사용자는 플랫폼을 벗어나지 않고,
업체는 권한을 잃지 않는다</a:t>
            </a:r>
          </a:p>
        </p:txBody>
      </p:sp>
      <p:sp>
        <p:nvSpPr>
          <p:cNvPr id="4" name="s10-rule">
            <a:extLst xmlns:a="http://schemas.openxmlformats.org/drawingml/2006/main">
              <a:ext uri="{FF2B5EF4-FFF2-40B4-BE49-F238E27FC236}">
                <a16:creationId xmlns:a16="http://schemas.microsoft.com/office/drawing/2014/main" id="{7180D0D0-F60B-4D84-BA0D-31381E62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k1">
            <a:extLst xmlns:a="http://schemas.openxmlformats.org/drawingml/2006/main">
              <a:ext uri="{FF2B5EF4-FFF2-40B4-BE49-F238E27FC236}">
                <a16:creationId xmlns:a16="http://schemas.microsoft.com/office/drawing/2014/main" id="{9D80531F-9BEB-42E0-94BE-3F4BDC5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즉시</a:t>
            </a:r>
          </a:p>
        </p:txBody>
      </p:sp>
      <p:sp>
        <p:nvSpPr>
          <p:cNvPr id="6" name="s10-b1">
            <a:extLst xmlns:a="http://schemas.openxmlformats.org/drawingml/2006/main">
              <a:ext uri="{FF2B5EF4-FFF2-40B4-BE49-F238E27FC236}">
                <a16:creationId xmlns:a16="http://schemas.microsoft.com/office/drawing/2014/main" id="{A6CABDC0-3DF2-4035-A407-BB510AD3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71900"/>
            <a:ext cx="3143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앱 설치·업체 계정 직접 로그인 없이
플랫폼 재생기에서 외부 VOD 재생</a:t>
            </a:r>
          </a:p>
        </p:txBody>
      </p:sp>
      <p:sp>
        <p:nvSpPr>
          <p:cNvPr id="7" name="s10-k2">
            <a:extLst xmlns:a="http://schemas.openxmlformats.org/drawingml/2006/main">
              <a:ext uri="{FF2B5EF4-FFF2-40B4-BE49-F238E27FC236}">
                <a16:creationId xmlns:a16="http://schemas.microsoft.com/office/drawing/2014/main" id="{C875D1AF-C74C-4A81-833B-A0FD7B9C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5285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주권</a:t>
            </a:r>
          </a:p>
        </p:txBody>
      </p:sp>
      <p:sp>
        <p:nvSpPr>
          <p:cNvPr id="8" name="s10-b2">
            <a:extLst xmlns:a="http://schemas.openxmlformats.org/drawingml/2006/main">
              <a:ext uri="{FF2B5EF4-FFF2-40B4-BE49-F238E27FC236}">
                <a16:creationId xmlns:a16="http://schemas.microsoft.com/office/drawing/2014/main" id="{6638D39A-2B64-4A48-B305-71FF529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71900"/>
            <a:ext cx="358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업체가 결과 규칙과 고유 권한정책을
독립 확인한 뒤 한시 권한 발급</a:t>
            </a:r>
          </a:p>
        </p:txBody>
      </p:sp>
      <p:sp>
        <p:nvSpPr>
          <p:cNvPr id="9" name="s10-k3">
            <a:extLst xmlns:a="http://schemas.openxmlformats.org/drawingml/2006/main">
              <a:ext uri="{FF2B5EF4-FFF2-40B4-BE49-F238E27FC236}">
                <a16:creationId xmlns:a16="http://schemas.microsoft.com/office/drawing/2014/main" id="{5B94C9D2-0EB8-494E-A0E4-BCCA474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87A60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087A60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10" name="s10-b3">
            <a:extLst xmlns:a="http://schemas.openxmlformats.org/drawingml/2006/main">
              <a:ext uri="{FF2B5EF4-FFF2-40B4-BE49-F238E27FC236}">
                <a16:creationId xmlns:a16="http://schemas.microsoft.com/office/drawing/2014/main" id="{28475D69-B9FD-4F4F-A179-4AB1B9F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38700"/>
            <a:ext cx="4095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실제 시험 통과 구성만 실행하고
불일치는 전달 차단·추천 비활성·재검증</a:t>
            </a:r>
          </a:p>
        </p:txBody>
      </p:sp>
      <p:sp>
        <p:nvSpPr>
          <p:cNvPr id="11" name="s10-next">
            <a:extLst xmlns:a="http://schemas.openxmlformats.org/drawingml/2006/main">
              <a:ext uri="{FF2B5EF4-FFF2-40B4-BE49-F238E27FC236}">
                <a16:creationId xmlns:a16="http://schemas.microsoft.com/office/drawing/2014/main" id="{786C7B37-4BBC-4F20-87DD-A956289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895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10-next-label">
            <a:extLst xmlns:a="http://schemas.openxmlformats.org/drawingml/2006/main">
              <a:ext uri="{FF2B5EF4-FFF2-40B4-BE49-F238E27FC236}">
                <a16:creationId xmlns:a16="http://schemas.microsoft.com/office/drawing/2014/main" id="{29DD630A-D1D9-4444-9AAB-6D6D8BEF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다음 검토</a:t>
            </a:r>
          </a:p>
        </p:txBody>
      </p:sp>
      <p:sp>
        <p:nvSpPr>
          <p:cNvPr id="13" name="s10-next-body">
            <a:extLst xmlns:a="http://schemas.openxmlformats.org/drawingml/2006/main">
              <a:ext uri="{FF2B5EF4-FFF2-40B4-BE49-F238E27FC236}">
                <a16:creationId xmlns:a16="http://schemas.microsoft.com/office/drawing/2014/main" id="{FD281044-AE66-4319-A05A-3C96763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149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>
                <a:solidFill>
                  <a:srgbClr val="1018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0"/>
                </a:solidFill>
                <a:latin typeface="Noto Sans KR"/>
                <a:ea typeface="Noto Sans KR"/>
                <a:cs typeface="Noto Sans KR"/>
              </a:rPr>
              <a:t>차별 연쇄의 독립항화
+ 핵심 선행기술 정식 조사</a:t>
            </a:r>
          </a:p>
        </p:txBody>
      </p:sp>
      <p:sp>
        <p:nvSpPr>
          <p:cNvPr id="14" name="s10-source">
            <a:extLst xmlns:a="http://schemas.openxmlformats.org/drawingml/2006/main">
              <a:ext uri="{FF2B5EF4-FFF2-40B4-BE49-F238E27FC236}">
                <a16:creationId xmlns:a16="http://schemas.microsoft.com/office/drawing/2014/main" id="{AF24971B-C748-468F-877C-18CFB8B2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5E677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E6772"/>
                </a:solidFill>
                <a:latin typeface="Noto Sans KR"/>
                <a:ea typeface="Noto Sans KR"/>
                <a:cs typeface="Noto Sans KR"/>
              </a:rPr>
              <a:t>Source: instant_play_직무발명서_개선본.md</a:t>
            </a:r>
          </a:p>
        </p:txBody>
      </p:sp>
    </p:spTree>
    <p:extLst>
      <p:ext uri="{BB962C8B-B14F-4D97-AF65-F5344CB8AC3E}">
        <p14:creationId xmlns:p14="http://schemas.microsoft.com/office/powerpoint/2010/main" val="844213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2026-07-22T00:02:07.7380000Z</dcterms:created>
  <dcterms:modified xsi:type="dcterms:W3CDTF">2026-07-22T00:02:07.7380000Z</dcterms:modified>
</coreProperties>
</file>